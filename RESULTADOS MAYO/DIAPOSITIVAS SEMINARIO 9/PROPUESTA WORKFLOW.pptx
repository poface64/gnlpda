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91" d="100"/>
          <a:sy n="91" d="100"/>
        </p:scale>
        <p:origin x="229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C69894-0122-4BA4-91EF-81B470DE8C70}" type="datetimeFigureOut">
              <a:rPr lang="es-MX" smtClean="0"/>
              <a:t>13/09/2026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1F41BE-4118-478A-9E47-A05E2B71DEB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35904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1F41BE-4118-478A-9E47-A05E2B71DEBE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9936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F7BFB2-08D1-266A-76D6-6DE4C6577F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1F88D90-9B96-4788-7473-ADE65BE9F6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61A9BD-A1D8-D108-51AB-AF8CEE84C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FAA8-8C58-4E04-8B2C-A58AF6FB89F4}" type="datetimeFigureOut">
              <a:rPr lang="es-MX" smtClean="0"/>
              <a:t>13/09/2026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2743FD-DD5D-4250-0151-1844D212C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0A81CD-151C-76F8-BA0A-C2B72127C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A7F3D-1DE3-4658-AEA8-F496401FA3C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09396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9F0596-2AB0-4AB8-4695-B0DB6D066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DDEEE3-3712-F6CB-65A4-39237BD0A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0E1649-59AA-5015-05AF-335FBDCF8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FAA8-8C58-4E04-8B2C-A58AF6FB89F4}" type="datetimeFigureOut">
              <a:rPr lang="es-MX" smtClean="0"/>
              <a:t>13/09/2026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4E5FA7-AA41-1205-9CDC-F2030D786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5D89AD4-36CC-A601-6398-2C4A32D6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A7F3D-1DE3-4658-AEA8-F496401FA3C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90368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381B3E-30F3-7FAD-4A95-BB559167D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B5548F7-07AF-CEE9-EE2A-811BF4782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D71BEE-9C02-CBE3-A1B8-56550970E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FAA8-8C58-4E04-8B2C-A58AF6FB89F4}" type="datetimeFigureOut">
              <a:rPr lang="es-MX" smtClean="0"/>
              <a:t>13/09/2026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80823F-836F-6717-2629-3BDD2145D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EE6B919-ABB7-F194-3E19-A8551EB59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A7F3D-1DE3-4658-AEA8-F496401FA3C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48204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B7805-AB6C-055C-7BFA-AB10EFC7F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53E14FD-87DC-C008-0C70-57ACE15F0F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1ACA548-1850-4867-3AA2-0285274889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94B12D5-7FD0-036B-4AAF-CB18F3A0E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FAA8-8C58-4E04-8B2C-A58AF6FB89F4}" type="datetimeFigureOut">
              <a:rPr lang="es-MX" smtClean="0"/>
              <a:t>13/09/2026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F62C177-C658-CC06-72F9-9950B20A4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F267814-0C7A-55ED-3833-6212FB7AF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A7F3D-1DE3-4658-AEA8-F496401FA3C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50060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B211F-3217-BDA2-0F3C-7BA3D5421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6EE7657-D045-D514-437A-2A8D9283E6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CA363E0-8FA2-DBC0-6323-31F939E353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145D860-5316-A7D8-E984-64667DEF49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4B0C4EF-1CED-B36B-8327-E78A56BE30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A7B19EF-133A-3CD9-618D-C69AEE83A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FAA8-8C58-4E04-8B2C-A58AF6FB89F4}" type="datetimeFigureOut">
              <a:rPr lang="es-MX" smtClean="0"/>
              <a:t>13/09/2026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0A84D48-FDE7-E57D-BAEA-697A96373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C5267BD-726F-79BB-C0CE-A18021D1F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A7F3D-1DE3-4658-AEA8-F496401FA3C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39450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36AC9A-BEE8-A947-AF2F-E5453C8CC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048FCBF-B4B9-CDA4-682A-35FC20EC7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FAA8-8C58-4E04-8B2C-A58AF6FB89F4}" type="datetimeFigureOut">
              <a:rPr lang="es-MX" smtClean="0"/>
              <a:t>13/09/2026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846EAFC-A3E5-9AF7-DC57-9A24543D3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B8620D0-3436-10AF-A2CA-B9C9C8FA3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A7F3D-1DE3-4658-AEA8-F496401FA3C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76651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751427E-9B51-7734-22E5-D2278F406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FAA8-8C58-4E04-8B2C-A58AF6FB89F4}" type="datetimeFigureOut">
              <a:rPr lang="es-MX" smtClean="0"/>
              <a:t>13/09/2026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18013F4-9493-49CA-5419-3FB9E6767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BFE95B-963D-5E25-2267-CAEC1E59A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A7F3D-1DE3-4658-AEA8-F496401FA3C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35994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B95616-EB4C-B2BE-6DF4-CED9609CE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65CFCA-C8D3-85F7-C40E-F837D3752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326211B-C129-12AF-5EC6-238AC3D1D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F798C3F-A99A-BA2D-0E9F-FAEA5A69B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FAA8-8C58-4E04-8B2C-A58AF6FB89F4}" type="datetimeFigureOut">
              <a:rPr lang="es-MX" smtClean="0"/>
              <a:t>13/09/2026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1F79620-FF89-21DB-7F96-FA204E581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65A0E75-33BC-2713-A3F3-0281B71ED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A7F3D-1DE3-4658-AEA8-F496401FA3C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37042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93DF76-0D31-49DE-1172-99C8D0967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42934C9-178A-BAE6-090D-9E39E866DE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047874F-2541-EEDD-4ECF-F04BB67CA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F749186-DC96-F8E8-F4AD-2FD6F41E0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FAA8-8C58-4E04-8B2C-A58AF6FB89F4}" type="datetimeFigureOut">
              <a:rPr lang="es-MX" smtClean="0"/>
              <a:t>13/09/2026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B27944D-F137-0237-9AC8-F8F3581AC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FCF85EE-8A07-0B37-B28D-33B17DCE4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A7F3D-1DE3-4658-AEA8-F496401FA3C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76703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7A07ED-33B3-B5C7-542A-DACCC0545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3481D37-C212-4421-D0D4-72F4BE906A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5D4F9B-6989-2058-C24C-9A59C2453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FAA8-8C58-4E04-8B2C-A58AF6FB89F4}" type="datetimeFigureOut">
              <a:rPr lang="es-MX" smtClean="0"/>
              <a:t>13/09/2026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944AB9-9E3C-2830-9EE1-F54384D2A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2CEE5D-AC33-3972-F9F7-12BDDA678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A7F3D-1DE3-4658-AEA8-F496401FA3C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50112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7BD6672-B6E3-DC88-6CAE-07F1BF657E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1B61F1F-415F-33E8-43C7-5C3CC61143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903B0F-97CE-03FD-5FE7-361EA0B2C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FAA8-8C58-4E04-8B2C-A58AF6FB89F4}" type="datetimeFigureOut">
              <a:rPr lang="es-MX" smtClean="0"/>
              <a:t>13/09/2026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C355F8-193F-84C8-7499-671D71DDC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03366F-A084-E0C2-633D-009799864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A7F3D-1DE3-4658-AEA8-F496401FA3C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75069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4F9617B-C649-3434-773C-4F194DC46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192229-4158-735B-C516-613B18D440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3AB302-9E40-8E9E-3964-D639411570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ECFAA8-8C58-4E04-8B2C-A58AF6FB89F4}" type="datetimeFigureOut">
              <a:rPr lang="es-MX" smtClean="0"/>
              <a:t>13/09/2026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E4D822E-2DF5-ADAF-C6CB-707158F0E5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09377F-D890-CDAC-19AE-CEA74FC9FC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3A7F3D-1DE3-4658-AEA8-F496401FA3C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09318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 descr="Base de datos con relleno sólido">
            <a:extLst>
              <a:ext uri="{FF2B5EF4-FFF2-40B4-BE49-F238E27FC236}">
                <a16:creationId xmlns:a16="http://schemas.microsoft.com/office/drawing/2014/main" id="{46E6CD5C-F886-779B-61A4-2AC1D68883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3435" y="570628"/>
            <a:ext cx="914400" cy="9144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4D21617-315E-1507-9B35-B943ACBA9755}"/>
              </a:ext>
            </a:extLst>
          </p:cNvPr>
          <p:cNvSpPr txBox="1"/>
          <p:nvPr/>
        </p:nvSpPr>
        <p:spPr>
          <a:xfrm>
            <a:off x="1863701" y="704662"/>
            <a:ext cx="9772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01760BEC-2FD9-3F08-1F37-2DA954D637D1}"/>
              </a:ext>
            </a:extLst>
          </p:cNvPr>
          <p:cNvCxnSpPr>
            <a:cxnSpLocks/>
          </p:cNvCxnSpPr>
          <p:nvPr/>
        </p:nvCxnSpPr>
        <p:spPr>
          <a:xfrm>
            <a:off x="1314595" y="1485028"/>
            <a:ext cx="0" cy="8393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" name="Gráfico 9" descr="Base de datos con relleno sólido">
            <a:extLst>
              <a:ext uri="{FF2B5EF4-FFF2-40B4-BE49-F238E27FC236}">
                <a16:creationId xmlns:a16="http://schemas.microsoft.com/office/drawing/2014/main" id="{FF50A3AD-9153-076F-A584-80B3FB342E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0736" y="5059769"/>
            <a:ext cx="1341351" cy="1341351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0513347C-D0D8-A3E1-0B9C-83BA285EEF0A}"/>
              </a:ext>
            </a:extLst>
          </p:cNvPr>
          <p:cNvSpPr txBox="1"/>
          <p:nvPr/>
        </p:nvSpPr>
        <p:spPr>
          <a:xfrm>
            <a:off x="5558095" y="5385188"/>
            <a:ext cx="16159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Expand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es-MX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(Pol </a:t>
            </a: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degree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2 )</a:t>
            </a:r>
          </a:p>
        </p:txBody>
      </p:sp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A2A0AE8E-2774-FBDE-DD35-18A8C5435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970803"/>
              </p:ext>
            </p:extLst>
          </p:nvPr>
        </p:nvGraphicFramePr>
        <p:xfrm>
          <a:off x="590695" y="2801980"/>
          <a:ext cx="1447800" cy="19685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103742498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21487282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4080147711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4685063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588986059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974173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65E1A129-25F5-BE44-86F6-85D3ED7396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188630"/>
              </p:ext>
            </p:extLst>
          </p:nvPr>
        </p:nvGraphicFramePr>
        <p:xfrm>
          <a:off x="590695" y="3085028"/>
          <a:ext cx="1447800" cy="19685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3059960676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3620002225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4243028429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1858738787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3224407003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63266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BC9E51D2-6545-1320-1ADC-A7A0F23DF4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7989524"/>
              </p:ext>
            </p:extLst>
          </p:nvPr>
        </p:nvGraphicFramePr>
        <p:xfrm>
          <a:off x="590695" y="3368076"/>
          <a:ext cx="1447800" cy="19685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1489457060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4027577938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674620412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887693683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613474748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349231"/>
                  </a:ext>
                </a:extLst>
              </a:tr>
            </a:tbl>
          </a:graphicData>
        </a:graphic>
      </p:graphicFrame>
      <p:sp>
        <p:nvSpPr>
          <p:cNvPr id="23" name="CuadroTexto 22">
            <a:extLst>
              <a:ext uri="{FF2B5EF4-FFF2-40B4-BE49-F238E27FC236}">
                <a16:creationId xmlns:a16="http://schemas.microsoft.com/office/drawing/2014/main" id="{79C730CD-BA86-46E4-C6A6-AD95AD22BA52}"/>
              </a:ext>
            </a:extLst>
          </p:cNvPr>
          <p:cNvSpPr txBox="1"/>
          <p:nvPr/>
        </p:nvSpPr>
        <p:spPr>
          <a:xfrm>
            <a:off x="825984" y="2208534"/>
            <a:ext cx="9772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CF93CF81-F880-E1F0-C806-5357432389FB}"/>
              </a:ext>
            </a:extLst>
          </p:cNvPr>
          <p:cNvCxnSpPr>
            <a:cxnSpLocks/>
          </p:cNvCxnSpPr>
          <p:nvPr/>
        </p:nvCxnSpPr>
        <p:spPr>
          <a:xfrm>
            <a:off x="1300635" y="3667810"/>
            <a:ext cx="0" cy="8393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29CB397C-1C7F-3ADA-DE24-9FD599C01DF8}"/>
              </a:ext>
            </a:extLst>
          </p:cNvPr>
          <p:cNvSpPr txBox="1"/>
          <p:nvPr/>
        </p:nvSpPr>
        <p:spPr>
          <a:xfrm>
            <a:off x="223366" y="4591348"/>
            <a:ext cx="2425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Evaluate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subset</a:t>
            </a:r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9" name="Tabla 28">
            <a:extLst>
              <a:ext uri="{FF2B5EF4-FFF2-40B4-BE49-F238E27FC236}">
                <a16:creationId xmlns:a16="http://schemas.microsoft.com/office/drawing/2014/main" id="{499C14F8-E8AA-E5AF-B476-F27B80702F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59841"/>
              </p:ext>
            </p:extLst>
          </p:nvPr>
        </p:nvGraphicFramePr>
        <p:xfrm>
          <a:off x="576735" y="5533595"/>
          <a:ext cx="1447800" cy="19685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103742498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21487282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4080147711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4685063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588986059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974173"/>
                  </a:ext>
                </a:extLst>
              </a:tr>
            </a:tbl>
          </a:graphicData>
        </a:graphic>
      </p:graphicFrame>
      <p:graphicFrame>
        <p:nvGraphicFramePr>
          <p:cNvPr id="30" name="Tabla 29">
            <a:extLst>
              <a:ext uri="{FF2B5EF4-FFF2-40B4-BE49-F238E27FC236}">
                <a16:creationId xmlns:a16="http://schemas.microsoft.com/office/drawing/2014/main" id="{C48EE85C-9EDA-F0D0-C563-ADB917E4A8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9418102"/>
              </p:ext>
            </p:extLst>
          </p:nvPr>
        </p:nvGraphicFramePr>
        <p:xfrm>
          <a:off x="576735" y="5009849"/>
          <a:ext cx="1447800" cy="19685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3059960676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3620002225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4243028429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1858738787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3224407003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63266"/>
                  </a:ext>
                </a:extLst>
              </a:tr>
            </a:tbl>
          </a:graphicData>
        </a:graphic>
      </p:graphicFrame>
      <p:graphicFrame>
        <p:nvGraphicFramePr>
          <p:cNvPr id="31" name="Tabla 30">
            <a:extLst>
              <a:ext uri="{FF2B5EF4-FFF2-40B4-BE49-F238E27FC236}">
                <a16:creationId xmlns:a16="http://schemas.microsoft.com/office/drawing/2014/main" id="{98A0350B-E370-7D8F-DD3A-67235A26AD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912205"/>
              </p:ext>
            </p:extLst>
          </p:nvPr>
        </p:nvGraphicFramePr>
        <p:xfrm>
          <a:off x="576735" y="5274547"/>
          <a:ext cx="1447800" cy="19685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1489457060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4027577938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674620412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887693683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613474748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349231"/>
                  </a:ext>
                </a:extLst>
              </a:tr>
            </a:tbl>
          </a:graphicData>
        </a:graphic>
      </p:graphicFrame>
      <p:sp>
        <p:nvSpPr>
          <p:cNvPr id="32" name="CuadroTexto 31">
            <a:extLst>
              <a:ext uri="{FF2B5EF4-FFF2-40B4-BE49-F238E27FC236}">
                <a16:creationId xmlns:a16="http://schemas.microsoft.com/office/drawing/2014/main" id="{D5FC2AB0-862F-93BC-8EB4-ECF525F1C834}"/>
              </a:ext>
            </a:extLst>
          </p:cNvPr>
          <p:cNvSpPr txBox="1"/>
          <p:nvPr/>
        </p:nvSpPr>
        <p:spPr>
          <a:xfrm>
            <a:off x="1863700" y="4938795"/>
            <a:ext cx="977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b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b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</a:p>
        </p:txBody>
      </p:sp>
      <p:grpSp>
        <p:nvGrpSpPr>
          <p:cNvPr id="58" name="Grupo 57">
            <a:extLst>
              <a:ext uri="{FF2B5EF4-FFF2-40B4-BE49-F238E27FC236}">
                <a16:creationId xmlns:a16="http://schemas.microsoft.com/office/drawing/2014/main" id="{C1A87902-7268-0FE6-B3A6-D9CDDBD28FEF}"/>
              </a:ext>
            </a:extLst>
          </p:cNvPr>
          <p:cNvGrpSpPr/>
          <p:nvPr/>
        </p:nvGrpSpPr>
        <p:grpSpPr>
          <a:xfrm>
            <a:off x="2568702" y="830637"/>
            <a:ext cx="803135" cy="4612135"/>
            <a:chOff x="2840921" y="760837"/>
            <a:chExt cx="1340190" cy="4612135"/>
          </a:xfrm>
        </p:grpSpPr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F266A82A-1763-6DB9-A03E-851F80C2964C}"/>
                </a:ext>
              </a:extLst>
            </p:cNvPr>
            <p:cNvCxnSpPr>
              <a:stCxn id="32" idx="3"/>
            </p:cNvCxnSpPr>
            <p:nvPr/>
          </p:nvCxnSpPr>
          <p:spPr>
            <a:xfrm flipV="1">
              <a:off x="2840921" y="5354292"/>
              <a:ext cx="72000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4BCBF698-361E-F651-6A7F-43AAA7E825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80818" y="760837"/>
              <a:ext cx="0" cy="4612135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Conector recto de flecha 42">
              <a:extLst>
                <a:ext uri="{FF2B5EF4-FFF2-40B4-BE49-F238E27FC236}">
                  <a16:creationId xmlns:a16="http://schemas.microsoft.com/office/drawing/2014/main" id="{F29FCF99-5BB1-3826-55EB-068C7204DDAA}"/>
                </a:ext>
              </a:extLst>
            </p:cNvPr>
            <p:cNvCxnSpPr/>
            <p:nvPr/>
          </p:nvCxnSpPr>
          <p:spPr>
            <a:xfrm>
              <a:off x="3580818" y="760837"/>
              <a:ext cx="60029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46" name="Tabla 45">
            <a:extLst>
              <a:ext uri="{FF2B5EF4-FFF2-40B4-BE49-F238E27FC236}">
                <a16:creationId xmlns:a16="http://schemas.microsoft.com/office/drawing/2014/main" id="{BEB7330B-4609-5EBD-5DD9-D430788922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643750"/>
              </p:ext>
            </p:extLst>
          </p:nvPr>
        </p:nvGraphicFramePr>
        <p:xfrm>
          <a:off x="4072635" y="1027827"/>
          <a:ext cx="1447800" cy="19685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3342806943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793580338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3719899148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4162467813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704410978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57816"/>
                  </a:ext>
                </a:extLst>
              </a:tr>
            </a:tbl>
          </a:graphicData>
        </a:graphic>
      </p:graphicFrame>
      <p:graphicFrame>
        <p:nvGraphicFramePr>
          <p:cNvPr id="50" name="Tabla 49">
            <a:extLst>
              <a:ext uri="{FF2B5EF4-FFF2-40B4-BE49-F238E27FC236}">
                <a16:creationId xmlns:a16="http://schemas.microsoft.com/office/drawing/2014/main" id="{4BA06485-6923-24F0-0FEF-D781F97BB4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676375"/>
              </p:ext>
            </p:extLst>
          </p:nvPr>
        </p:nvGraphicFramePr>
        <p:xfrm>
          <a:off x="4072635" y="760837"/>
          <a:ext cx="1447800" cy="19685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800901182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840161408"/>
                    </a:ext>
                  </a:extLst>
                </a:gridCol>
                <a:gridCol w="207756">
                  <a:extLst>
                    <a:ext uri="{9D8B030D-6E8A-4147-A177-3AD203B41FA5}">
                      <a16:colId xmlns:a16="http://schemas.microsoft.com/office/drawing/2014/main" val="616389438"/>
                    </a:ext>
                  </a:extLst>
                </a:gridCol>
                <a:gridCol w="338344">
                  <a:extLst>
                    <a:ext uri="{9D8B030D-6E8A-4147-A177-3AD203B41FA5}">
                      <a16:colId xmlns:a16="http://schemas.microsoft.com/office/drawing/2014/main" val="3119865499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1213129024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9668998"/>
                  </a:ext>
                </a:extLst>
              </a:tr>
            </a:tbl>
          </a:graphicData>
        </a:graphic>
      </p:graphicFrame>
      <p:graphicFrame>
        <p:nvGraphicFramePr>
          <p:cNvPr id="54" name="Tabla 53">
            <a:extLst>
              <a:ext uri="{FF2B5EF4-FFF2-40B4-BE49-F238E27FC236}">
                <a16:creationId xmlns:a16="http://schemas.microsoft.com/office/drawing/2014/main" id="{CD2DF000-612C-56FE-F91A-19F6F3D38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0521828"/>
              </p:ext>
            </p:extLst>
          </p:nvPr>
        </p:nvGraphicFramePr>
        <p:xfrm>
          <a:off x="4070049" y="1294817"/>
          <a:ext cx="1447800" cy="19685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121877555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4293541364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535055909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464261806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1007151195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582972"/>
                  </a:ext>
                </a:extLst>
              </a:tr>
            </a:tbl>
          </a:graphicData>
        </a:graphic>
      </p:graphicFrame>
      <p:sp>
        <p:nvSpPr>
          <p:cNvPr id="55" name="CuadroTexto 54">
            <a:extLst>
              <a:ext uri="{FF2B5EF4-FFF2-40B4-BE49-F238E27FC236}">
                <a16:creationId xmlns:a16="http://schemas.microsoft.com/office/drawing/2014/main" id="{92D92FA3-4B24-B641-5361-371EA99D619D}"/>
              </a:ext>
            </a:extLst>
          </p:cNvPr>
          <p:cNvSpPr txBox="1"/>
          <p:nvPr/>
        </p:nvSpPr>
        <p:spPr>
          <a:xfrm>
            <a:off x="5483207" y="691240"/>
            <a:ext cx="977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b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b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02B205A5-B062-FE5F-D3D9-A5FAF9D43E2F}"/>
              </a:ext>
            </a:extLst>
          </p:cNvPr>
          <p:cNvSpPr/>
          <p:nvPr/>
        </p:nvSpPr>
        <p:spPr>
          <a:xfrm>
            <a:off x="4013588" y="570628"/>
            <a:ext cx="2403725" cy="11953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7" name="Flecha: curvada hacia la derecha 56">
            <a:extLst>
              <a:ext uri="{FF2B5EF4-FFF2-40B4-BE49-F238E27FC236}">
                <a16:creationId xmlns:a16="http://schemas.microsoft.com/office/drawing/2014/main" id="{4D0F3B59-B8ED-D34D-DECF-3B68161E4193}"/>
              </a:ext>
            </a:extLst>
          </p:cNvPr>
          <p:cNvSpPr/>
          <p:nvPr/>
        </p:nvSpPr>
        <p:spPr>
          <a:xfrm>
            <a:off x="3462710" y="570628"/>
            <a:ext cx="516241" cy="1125011"/>
          </a:xfrm>
          <a:prstGeom prst="curved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59" name="Flecha: curvada hacia la derecha 58">
            <a:extLst>
              <a:ext uri="{FF2B5EF4-FFF2-40B4-BE49-F238E27FC236}">
                <a16:creationId xmlns:a16="http://schemas.microsoft.com/office/drawing/2014/main" id="{6F2F2971-8E33-F592-3F71-B38E2C7F4E8B}"/>
              </a:ext>
            </a:extLst>
          </p:cNvPr>
          <p:cNvSpPr/>
          <p:nvPr/>
        </p:nvSpPr>
        <p:spPr>
          <a:xfrm rot="10800000">
            <a:off x="6493444" y="563746"/>
            <a:ext cx="516241" cy="1125011"/>
          </a:xfrm>
          <a:prstGeom prst="curved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F055301F-7D83-D016-0CBD-D0ADAE4F8529}"/>
              </a:ext>
            </a:extLst>
          </p:cNvPr>
          <p:cNvSpPr txBox="1"/>
          <p:nvPr/>
        </p:nvSpPr>
        <p:spPr>
          <a:xfrm>
            <a:off x="3931249" y="182066"/>
            <a:ext cx="2763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0" i="0" dirty="0">
                <a:solidFill>
                  <a:srgbClr val="292929"/>
                </a:solidFill>
                <a:effectLst/>
                <a:latin typeface="Roboto" panose="020F0502020204030204" pitchFamily="2" charset="0"/>
              </a:rPr>
              <a:t>recombine and </a:t>
            </a:r>
            <a:r>
              <a:rPr lang="es-MX" b="0" i="0" dirty="0" err="1">
                <a:solidFill>
                  <a:srgbClr val="292929"/>
                </a:solidFill>
                <a:effectLst/>
                <a:latin typeface="Roboto" panose="020F0502020204030204" pitchFamily="2" charset="0"/>
              </a:rPr>
              <a:t>evaluate</a:t>
            </a:r>
            <a:endParaRPr lang="es-MX" dirty="0"/>
          </a:p>
        </p:txBody>
      </p: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36CA8A16-4C9A-DE98-53FD-396DFEAEB0F5}"/>
              </a:ext>
            </a:extLst>
          </p:cNvPr>
          <p:cNvCxnSpPr>
            <a:cxnSpLocks/>
          </p:cNvCxnSpPr>
          <p:nvPr/>
        </p:nvCxnSpPr>
        <p:spPr>
          <a:xfrm>
            <a:off x="5313064" y="1846833"/>
            <a:ext cx="0" cy="8393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66" name="Tabla 65">
            <a:extLst>
              <a:ext uri="{FF2B5EF4-FFF2-40B4-BE49-F238E27FC236}">
                <a16:creationId xmlns:a16="http://schemas.microsoft.com/office/drawing/2014/main" id="{FD5EEC07-2857-0C83-F582-A2BBAACEA5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8585131"/>
              </p:ext>
            </p:extLst>
          </p:nvPr>
        </p:nvGraphicFramePr>
        <p:xfrm>
          <a:off x="4589164" y="2903725"/>
          <a:ext cx="1447800" cy="19685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2997249743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896464324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1382112264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3676697476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757932007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6648020"/>
                  </a:ext>
                </a:extLst>
              </a:tr>
            </a:tbl>
          </a:graphicData>
        </a:graphic>
      </p:graphicFrame>
      <p:sp>
        <p:nvSpPr>
          <p:cNvPr id="67" name="CuadroTexto 66">
            <a:extLst>
              <a:ext uri="{FF2B5EF4-FFF2-40B4-BE49-F238E27FC236}">
                <a16:creationId xmlns:a16="http://schemas.microsoft.com/office/drawing/2014/main" id="{84421432-9889-CCA8-02EE-5354362D5E2C}"/>
              </a:ext>
            </a:extLst>
          </p:cNvPr>
          <p:cNvSpPr txBox="1"/>
          <p:nvPr/>
        </p:nvSpPr>
        <p:spPr>
          <a:xfrm>
            <a:off x="4120333" y="2566599"/>
            <a:ext cx="2425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Resulting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subset</a:t>
            </a:r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8" name="Conector recto de flecha 67">
            <a:extLst>
              <a:ext uri="{FF2B5EF4-FFF2-40B4-BE49-F238E27FC236}">
                <a16:creationId xmlns:a16="http://schemas.microsoft.com/office/drawing/2014/main" id="{A3436813-97E8-5794-1991-B63F1D2E5778}"/>
              </a:ext>
            </a:extLst>
          </p:cNvPr>
          <p:cNvCxnSpPr>
            <a:cxnSpLocks/>
          </p:cNvCxnSpPr>
          <p:nvPr/>
        </p:nvCxnSpPr>
        <p:spPr>
          <a:xfrm>
            <a:off x="5299102" y="3176244"/>
            <a:ext cx="0" cy="4915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0" name="Gráfico 69" descr="Base de datos con relleno sólido">
            <a:extLst>
              <a:ext uri="{FF2B5EF4-FFF2-40B4-BE49-F238E27FC236}">
                <a16:creationId xmlns:a16="http://schemas.microsoft.com/office/drawing/2014/main" id="{4D6FFDEC-3B8F-899C-1F13-A540A2D6D2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0108" y="3996742"/>
            <a:ext cx="517987" cy="517987"/>
          </a:xfrm>
          <a:prstGeom prst="rect">
            <a:avLst/>
          </a:prstGeom>
        </p:spPr>
      </p:pic>
      <p:sp>
        <p:nvSpPr>
          <p:cNvPr id="71" name="CuadroTexto 70">
            <a:extLst>
              <a:ext uri="{FF2B5EF4-FFF2-40B4-BE49-F238E27FC236}">
                <a16:creationId xmlns:a16="http://schemas.microsoft.com/office/drawing/2014/main" id="{E7F8B4ED-907A-CE91-B9CE-92E5E4648F57}"/>
              </a:ext>
            </a:extLst>
          </p:cNvPr>
          <p:cNvSpPr txBox="1"/>
          <p:nvPr/>
        </p:nvSpPr>
        <p:spPr>
          <a:xfrm>
            <a:off x="4120333" y="3622986"/>
            <a:ext cx="2425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Trim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2" name="Conector recto de flecha 71">
            <a:extLst>
              <a:ext uri="{FF2B5EF4-FFF2-40B4-BE49-F238E27FC236}">
                <a16:creationId xmlns:a16="http://schemas.microsoft.com/office/drawing/2014/main" id="{2546AD92-4886-74B8-6C29-2ECD6FD15EE0}"/>
              </a:ext>
            </a:extLst>
          </p:cNvPr>
          <p:cNvCxnSpPr>
            <a:cxnSpLocks/>
          </p:cNvCxnSpPr>
          <p:nvPr/>
        </p:nvCxnSpPr>
        <p:spPr>
          <a:xfrm>
            <a:off x="5299101" y="4591348"/>
            <a:ext cx="0" cy="4915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3" name="Grupo 72">
            <a:extLst>
              <a:ext uri="{FF2B5EF4-FFF2-40B4-BE49-F238E27FC236}">
                <a16:creationId xmlns:a16="http://schemas.microsoft.com/office/drawing/2014/main" id="{894D319D-B102-A1FE-DF8D-C071D9707355}"/>
              </a:ext>
            </a:extLst>
          </p:cNvPr>
          <p:cNvGrpSpPr/>
          <p:nvPr/>
        </p:nvGrpSpPr>
        <p:grpSpPr>
          <a:xfrm>
            <a:off x="7020294" y="1027827"/>
            <a:ext cx="1151722" cy="4612135"/>
            <a:chOff x="2840921" y="760837"/>
            <a:chExt cx="1340190" cy="4612135"/>
          </a:xfrm>
        </p:grpSpPr>
        <p:cxnSp>
          <p:nvCxnSpPr>
            <p:cNvPr id="74" name="Conector recto 73">
              <a:extLst>
                <a:ext uri="{FF2B5EF4-FFF2-40B4-BE49-F238E27FC236}">
                  <a16:creationId xmlns:a16="http://schemas.microsoft.com/office/drawing/2014/main" id="{E5BB8A20-D4D0-A84C-D5DF-FA5C9DFD1754}"/>
                </a:ext>
              </a:extLst>
            </p:cNvPr>
            <p:cNvCxnSpPr/>
            <p:nvPr/>
          </p:nvCxnSpPr>
          <p:spPr>
            <a:xfrm flipV="1">
              <a:off x="2840921" y="5354292"/>
              <a:ext cx="72000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Conector recto 74">
              <a:extLst>
                <a:ext uri="{FF2B5EF4-FFF2-40B4-BE49-F238E27FC236}">
                  <a16:creationId xmlns:a16="http://schemas.microsoft.com/office/drawing/2014/main" id="{490C30C8-F5D2-6443-96BB-EDC844E220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80818" y="760837"/>
              <a:ext cx="0" cy="4612135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Conector recto de flecha 75">
              <a:extLst>
                <a:ext uri="{FF2B5EF4-FFF2-40B4-BE49-F238E27FC236}">
                  <a16:creationId xmlns:a16="http://schemas.microsoft.com/office/drawing/2014/main" id="{999068BD-3776-0179-70FE-DF8C0469FBE4}"/>
                </a:ext>
              </a:extLst>
            </p:cNvPr>
            <p:cNvCxnSpPr/>
            <p:nvPr/>
          </p:nvCxnSpPr>
          <p:spPr>
            <a:xfrm>
              <a:off x="3580818" y="760837"/>
              <a:ext cx="60029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7" name="CuadroTexto 76">
            <a:extLst>
              <a:ext uri="{FF2B5EF4-FFF2-40B4-BE49-F238E27FC236}">
                <a16:creationId xmlns:a16="http://schemas.microsoft.com/office/drawing/2014/main" id="{A6FFB7A1-34CC-1A75-7968-1AC47F494688}"/>
              </a:ext>
            </a:extLst>
          </p:cNvPr>
          <p:cNvSpPr txBox="1"/>
          <p:nvPr/>
        </p:nvSpPr>
        <p:spPr>
          <a:xfrm>
            <a:off x="8758713" y="381496"/>
            <a:ext cx="9772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</a:p>
        </p:txBody>
      </p:sp>
      <p:graphicFrame>
        <p:nvGraphicFramePr>
          <p:cNvPr id="79" name="Tabla 78">
            <a:extLst>
              <a:ext uri="{FF2B5EF4-FFF2-40B4-BE49-F238E27FC236}">
                <a16:creationId xmlns:a16="http://schemas.microsoft.com/office/drawing/2014/main" id="{ADBE2356-60B0-D36E-466E-84C3297B4B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199217"/>
              </p:ext>
            </p:extLst>
          </p:nvPr>
        </p:nvGraphicFramePr>
        <p:xfrm>
          <a:off x="8345597" y="1126252"/>
          <a:ext cx="1676400" cy="19685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3880020756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1371970374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642008282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1871360675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433535987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3884518287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370818"/>
                  </a:ext>
                </a:extLst>
              </a:tr>
            </a:tbl>
          </a:graphicData>
        </a:graphic>
      </p:graphicFrame>
      <p:graphicFrame>
        <p:nvGraphicFramePr>
          <p:cNvPr id="81" name="Tabla 80">
            <a:extLst>
              <a:ext uri="{FF2B5EF4-FFF2-40B4-BE49-F238E27FC236}">
                <a16:creationId xmlns:a16="http://schemas.microsoft.com/office/drawing/2014/main" id="{EF3CFD5C-2AA2-BA50-AF6D-E9FAE308BD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0976217"/>
              </p:ext>
            </p:extLst>
          </p:nvPr>
        </p:nvGraphicFramePr>
        <p:xfrm>
          <a:off x="8348361" y="1393242"/>
          <a:ext cx="1676400" cy="19685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183490623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1328565703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471203233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3206093518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690883849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1402127983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364807"/>
                  </a:ext>
                </a:extLst>
              </a:tr>
            </a:tbl>
          </a:graphicData>
        </a:graphic>
      </p:graphicFrame>
      <p:graphicFrame>
        <p:nvGraphicFramePr>
          <p:cNvPr id="83" name="Tabla 82">
            <a:extLst>
              <a:ext uri="{FF2B5EF4-FFF2-40B4-BE49-F238E27FC236}">
                <a16:creationId xmlns:a16="http://schemas.microsoft.com/office/drawing/2014/main" id="{8B5EED2E-FC23-DFE3-C66D-874A1A11D9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8167785"/>
              </p:ext>
            </p:extLst>
          </p:nvPr>
        </p:nvGraphicFramePr>
        <p:xfrm>
          <a:off x="8345597" y="1660232"/>
          <a:ext cx="1676400" cy="19685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1682708994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849351323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771827783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646583940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3495911582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1575340962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337223"/>
                  </a:ext>
                </a:extLst>
              </a:tr>
            </a:tbl>
          </a:graphicData>
        </a:graphic>
      </p:graphicFrame>
      <p:sp>
        <p:nvSpPr>
          <p:cNvPr id="84" name="CuadroTexto 83">
            <a:extLst>
              <a:ext uri="{FF2B5EF4-FFF2-40B4-BE49-F238E27FC236}">
                <a16:creationId xmlns:a16="http://schemas.microsoft.com/office/drawing/2014/main" id="{48FC6D32-4E1C-B63D-C711-DBDE8896D082}"/>
              </a:ext>
            </a:extLst>
          </p:cNvPr>
          <p:cNvSpPr txBox="1"/>
          <p:nvPr/>
        </p:nvSpPr>
        <p:spPr>
          <a:xfrm>
            <a:off x="8195206" y="2347033"/>
            <a:ext cx="2425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Evaluate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subset</a:t>
            </a:r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5" name="Conector recto de flecha 84">
            <a:extLst>
              <a:ext uri="{FF2B5EF4-FFF2-40B4-BE49-F238E27FC236}">
                <a16:creationId xmlns:a16="http://schemas.microsoft.com/office/drawing/2014/main" id="{5187DA14-6DCE-8E1B-814D-AD1FA6AAA40B}"/>
              </a:ext>
            </a:extLst>
          </p:cNvPr>
          <p:cNvCxnSpPr>
            <a:cxnSpLocks/>
          </p:cNvCxnSpPr>
          <p:nvPr/>
        </p:nvCxnSpPr>
        <p:spPr>
          <a:xfrm>
            <a:off x="9351327" y="1935539"/>
            <a:ext cx="0" cy="4586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87" name="Tabla 86">
            <a:extLst>
              <a:ext uri="{FF2B5EF4-FFF2-40B4-BE49-F238E27FC236}">
                <a16:creationId xmlns:a16="http://schemas.microsoft.com/office/drawing/2014/main" id="{598B89E2-3042-3F2D-2DCB-7C28DE50AB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464194"/>
              </p:ext>
            </p:extLst>
          </p:nvPr>
        </p:nvGraphicFramePr>
        <p:xfrm>
          <a:off x="8444393" y="2739081"/>
          <a:ext cx="1676400" cy="19685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3880020756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1371970374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642008282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1871360675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433535987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3884518287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370818"/>
                  </a:ext>
                </a:extLst>
              </a:tr>
            </a:tbl>
          </a:graphicData>
        </a:graphic>
      </p:graphicFrame>
      <p:graphicFrame>
        <p:nvGraphicFramePr>
          <p:cNvPr id="88" name="Tabla 87">
            <a:extLst>
              <a:ext uri="{FF2B5EF4-FFF2-40B4-BE49-F238E27FC236}">
                <a16:creationId xmlns:a16="http://schemas.microsoft.com/office/drawing/2014/main" id="{C33062B9-69DB-7933-7305-B25DA75185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8183762"/>
              </p:ext>
            </p:extLst>
          </p:nvPr>
        </p:nvGraphicFramePr>
        <p:xfrm>
          <a:off x="8461117" y="3006071"/>
          <a:ext cx="1676400" cy="19685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183490623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1328565703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471203233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3206093518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690883849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1402127983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364807"/>
                  </a:ext>
                </a:extLst>
              </a:tr>
            </a:tbl>
          </a:graphicData>
        </a:graphic>
      </p:graphicFrame>
      <p:graphicFrame>
        <p:nvGraphicFramePr>
          <p:cNvPr id="89" name="Tabla 88">
            <a:extLst>
              <a:ext uri="{FF2B5EF4-FFF2-40B4-BE49-F238E27FC236}">
                <a16:creationId xmlns:a16="http://schemas.microsoft.com/office/drawing/2014/main" id="{230E5216-60D4-3CA4-4BE7-F17F9B2965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663637"/>
              </p:ext>
            </p:extLst>
          </p:nvPr>
        </p:nvGraphicFramePr>
        <p:xfrm>
          <a:off x="8479294" y="3273061"/>
          <a:ext cx="1676400" cy="19685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1682708994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849351323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771827783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646583940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3495911582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1575340962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337223"/>
                  </a:ext>
                </a:extLst>
              </a:tr>
            </a:tbl>
          </a:graphicData>
        </a:graphic>
      </p:graphicFrame>
      <p:sp>
        <p:nvSpPr>
          <p:cNvPr id="90" name="CuadroTexto 89">
            <a:extLst>
              <a:ext uri="{FF2B5EF4-FFF2-40B4-BE49-F238E27FC236}">
                <a16:creationId xmlns:a16="http://schemas.microsoft.com/office/drawing/2014/main" id="{EEEE2FAE-125A-524E-AA31-0A105B240600}"/>
              </a:ext>
            </a:extLst>
          </p:cNvPr>
          <p:cNvSpPr txBox="1"/>
          <p:nvPr/>
        </p:nvSpPr>
        <p:spPr>
          <a:xfrm>
            <a:off x="9987708" y="2655379"/>
            <a:ext cx="977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b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b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</a:p>
        </p:txBody>
      </p:sp>
      <p:cxnSp>
        <p:nvCxnSpPr>
          <p:cNvPr id="91" name="Conector recto de flecha 90">
            <a:extLst>
              <a:ext uri="{FF2B5EF4-FFF2-40B4-BE49-F238E27FC236}">
                <a16:creationId xmlns:a16="http://schemas.microsoft.com/office/drawing/2014/main" id="{3D818EF2-7E46-24FE-628F-BFB0E40BACC4}"/>
              </a:ext>
            </a:extLst>
          </p:cNvPr>
          <p:cNvCxnSpPr>
            <a:cxnSpLocks/>
          </p:cNvCxnSpPr>
          <p:nvPr/>
        </p:nvCxnSpPr>
        <p:spPr>
          <a:xfrm>
            <a:off x="9351327" y="3533665"/>
            <a:ext cx="0" cy="4586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2" name="Rectángulo 91">
            <a:extLst>
              <a:ext uri="{FF2B5EF4-FFF2-40B4-BE49-F238E27FC236}">
                <a16:creationId xmlns:a16="http://schemas.microsoft.com/office/drawing/2014/main" id="{A8DBF583-CE6B-972C-EFD9-D9B4DB2F4CF7}"/>
              </a:ext>
            </a:extLst>
          </p:cNvPr>
          <p:cNvSpPr/>
          <p:nvPr/>
        </p:nvSpPr>
        <p:spPr>
          <a:xfrm>
            <a:off x="7988487" y="4303970"/>
            <a:ext cx="2763631" cy="1081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>
            <a:extLst>
              <a:ext uri="{FF2B5EF4-FFF2-40B4-BE49-F238E27FC236}">
                <a16:creationId xmlns:a16="http://schemas.microsoft.com/office/drawing/2014/main" id="{F6C03F62-0128-F4A4-1620-F5323CE59628}"/>
              </a:ext>
            </a:extLst>
          </p:cNvPr>
          <p:cNvSpPr txBox="1"/>
          <p:nvPr/>
        </p:nvSpPr>
        <p:spPr>
          <a:xfrm>
            <a:off x="8025900" y="3938033"/>
            <a:ext cx="2763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0" i="0" dirty="0">
                <a:solidFill>
                  <a:srgbClr val="292929"/>
                </a:solidFill>
                <a:effectLst/>
                <a:latin typeface="Roboto" panose="020F0502020204030204" pitchFamily="2" charset="0"/>
              </a:rPr>
              <a:t>recombine and </a:t>
            </a:r>
            <a:r>
              <a:rPr lang="es-MX" b="0" i="0" dirty="0" err="1">
                <a:solidFill>
                  <a:srgbClr val="292929"/>
                </a:solidFill>
                <a:effectLst/>
                <a:latin typeface="Roboto" panose="020F0502020204030204" pitchFamily="2" charset="0"/>
              </a:rPr>
              <a:t>evaluate</a:t>
            </a:r>
            <a:endParaRPr lang="es-MX" dirty="0"/>
          </a:p>
        </p:txBody>
      </p:sp>
      <p:graphicFrame>
        <p:nvGraphicFramePr>
          <p:cNvPr id="95" name="Tabla 94">
            <a:extLst>
              <a:ext uri="{FF2B5EF4-FFF2-40B4-BE49-F238E27FC236}">
                <a16:creationId xmlns:a16="http://schemas.microsoft.com/office/drawing/2014/main" id="{F2C832F8-9966-D22D-1D64-DDA05C80CA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1192180"/>
              </p:ext>
            </p:extLst>
          </p:nvPr>
        </p:nvGraphicFramePr>
        <p:xfrm>
          <a:off x="8251707" y="4472013"/>
          <a:ext cx="1676400" cy="19685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3176098413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66140371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521424946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3814988077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214378061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3562056943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785899"/>
                  </a:ext>
                </a:extLst>
              </a:tr>
            </a:tbl>
          </a:graphicData>
        </a:graphic>
      </p:graphicFrame>
      <p:graphicFrame>
        <p:nvGraphicFramePr>
          <p:cNvPr id="97" name="Tabla 96">
            <a:extLst>
              <a:ext uri="{FF2B5EF4-FFF2-40B4-BE49-F238E27FC236}">
                <a16:creationId xmlns:a16="http://schemas.microsoft.com/office/drawing/2014/main" id="{D361E2DE-B69D-CB71-47F0-B010E4E858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8195760"/>
              </p:ext>
            </p:extLst>
          </p:nvPr>
        </p:nvGraphicFramePr>
        <p:xfrm>
          <a:off x="8242979" y="4763830"/>
          <a:ext cx="1676400" cy="19685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4257781995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1581303530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790585422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3249383739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790129325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652026934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953020"/>
                  </a:ext>
                </a:extLst>
              </a:tr>
            </a:tbl>
          </a:graphicData>
        </a:graphic>
      </p:graphicFrame>
      <p:graphicFrame>
        <p:nvGraphicFramePr>
          <p:cNvPr id="100" name="Tabla 99">
            <a:extLst>
              <a:ext uri="{FF2B5EF4-FFF2-40B4-BE49-F238E27FC236}">
                <a16:creationId xmlns:a16="http://schemas.microsoft.com/office/drawing/2014/main" id="{F11213C5-A17C-AF9F-1D3F-1582F1FC08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488021"/>
              </p:ext>
            </p:extLst>
          </p:nvPr>
        </p:nvGraphicFramePr>
        <p:xfrm>
          <a:off x="8249959" y="5055647"/>
          <a:ext cx="1676400" cy="19685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3286017618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1725888855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1847271462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84579422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3359454009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1021800278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802744"/>
                  </a:ext>
                </a:extLst>
              </a:tr>
            </a:tbl>
          </a:graphicData>
        </a:graphic>
      </p:graphicFrame>
      <p:sp>
        <p:nvSpPr>
          <p:cNvPr id="101" name="CuadroTexto 100">
            <a:extLst>
              <a:ext uri="{FF2B5EF4-FFF2-40B4-BE49-F238E27FC236}">
                <a16:creationId xmlns:a16="http://schemas.microsoft.com/office/drawing/2014/main" id="{637EE051-33D7-CAE1-D151-311DD9C153B5}"/>
              </a:ext>
            </a:extLst>
          </p:cNvPr>
          <p:cNvSpPr txBox="1"/>
          <p:nvPr/>
        </p:nvSpPr>
        <p:spPr>
          <a:xfrm>
            <a:off x="9894286" y="4421500"/>
            <a:ext cx="977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b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b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</a:p>
        </p:txBody>
      </p:sp>
      <p:sp>
        <p:nvSpPr>
          <p:cNvPr id="102" name="Flecha: curvada hacia la derecha 101">
            <a:extLst>
              <a:ext uri="{FF2B5EF4-FFF2-40B4-BE49-F238E27FC236}">
                <a16:creationId xmlns:a16="http://schemas.microsoft.com/office/drawing/2014/main" id="{4B88CAD1-FD73-1C15-2807-E89474FCA030}"/>
              </a:ext>
            </a:extLst>
          </p:cNvPr>
          <p:cNvSpPr/>
          <p:nvPr/>
        </p:nvSpPr>
        <p:spPr>
          <a:xfrm>
            <a:off x="7693555" y="4274492"/>
            <a:ext cx="331608" cy="1125011"/>
          </a:xfrm>
          <a:prstGeom prst="curved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103" name="Flecha: curvada hacia la derecha 102">
            <a:extLst>
              <a:ext uri="{FF2B5EF4-FFF2-40B4-BE49-F238E27FC236}">
                <a16:creationId xmlns:a16="http://schemas.microsoft.com/office/drawing/2014/main" id="{6B5D7FC2-10ED-9280-6793-F9C7F5A13D44}"/>
              </a:ext>
            </a:extLst>
          </p:cNvPr>
          <p:cNvSpPr/>
          <p:nvPr/>
        </p:nvSpPr>
        <p:spPr>
          <a:xfrm rot="10800000">
            <a:off x="10789530" y="4263326"/>
            <a:ext cx="369758" cy="1125011"/>
          </a:xfrm>
          <a:prstGeom prst="curved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cxnSp>
        <p:nvCxnSpPr>
          <p:cNvPr id="104" name="Conector recto de flecha 103">
            <a:extLst>
              <a:ext uri="{FF2B5EF4-FFF2-40B4-BE49-F238E27FC236}">
                <a16:creationId xmlns:a16="http://schemas.microsoft.com/office/drawing/2014/main" id="{D4DE8C57-C94E-9595-2453-33A27DDC45F1}"/>
              </a:ext>
            </a:extLst>
          </p:cNvPr>
          <p:cNvCxnSpPr>
            <a:cxnSpLocks/>
          </p:cNvCxnSpPr>
          <p:nvPr/>
        </p:nvCxnSpPr>
        <p:spPr>
          <a:xfrm>
            <a:off x="9370302" y="5424092"/>
            <a:ext cx="0" cy="4113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06" name="Tabla 105">
            <a:extLst>
              <a:ext uri="{FF2B5EF4-FFF2-40B4-BE49-F238E27FC236}">
                <a16:creationId xmlns:a16="http://schemas.microsoft.com/office/drawing/2014/main" id="{22426133-E86E-A767-401E-AA18D31406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25251"/>
              </p:ext>
            </p:extLst>
          </p:nvPr>
        </p:nvGraphicFramePr>
        <p:xfrm>
          <a:off x="8569515" y="6091691"/>
          <a:ext cx="1676400" cy="19685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3286017618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1725888855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1847271462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84579422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3359454009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1021800278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802744"/>
                  </a:ext>
                </a:extLst>
              </a:tr>
            </a:tbl>
          </a:graphicData>
        </a:graphic>
      </p:graphicFrame>
      <p:sp>
        <p:nvSpPr>
          <p:cNvPr id="107" name="CuadroTexto 106">
            <a:extLst>
              <a:ext uri="{FF2B5EF4-FFF2-40B4-BE49-F238E27FC236}">
                <a16:creationId xmlns:a16="http://schemas.microsoft.com/office/drawing/2014/main" id="{A35B41BA-EDE5-30AA-2CE7-484B187C521C}"/>
              </a:ext>
            </a:extLst>
          </p:cNvPr>
          <p:cNvSpPr txBox="1"/>
          <p:nvPr/>
        </p:nvSpPr>
        <p:spPr>
          <a:xfrm>
            <a:off x="8238551" y="5730444"/>
            <a:ext cx="2425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Resulting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subset</a:t>
            </a:r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890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5C1E7-A30D-0F6F-8DC3-E6E57B5C9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 descr="Base de datos con relleno sólido">
            <a:extLst>
              <a:ext uri="{FF2B5EF4-FFF2-40B4-BE49-F238E27FC236}">
                <a16:creationId xmlns:a16="http://schemas.microsoft.com/office/drawing/2014/main" id="{5A7D3553-ABD2-98C5-A7C1-4195440506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3435" y="570628"/>
            <a:ext cx="914400" cy="9144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461615D-FC20-29D7-1F2C-F66C4C593C8A}"/>
              </a:ext>
            </a:extLst>
          </p:cNvPr>
          <p:cNvSpPr txBox="1"/>
          <p:nvPr/>
        </p:nvSpPr>
        <p:spPr>
          <a:xfrm>
            <a:off x="1505681" y="725827"/>
            <a:ext cx="11109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Datos de entrada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85148AEE-87F8-24C5-4895-B168497452A9}"/>
              </a:ext>
            </a:extLst>
          </p:cNvPr>
          <p:cNvCxnSpPr>
            <a:cxnSpLocks/>
          </p:cNvCxnSpPr>
          <p:nvPr/>
        </p:nvCxnSpPr>
        <p:spPr>
          <a:xfrm>
            <a:off x="1314595" y="1485028"/>
            <a:ext cx="0" cy="8393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" name="Gráfico 9" descr="Base de datos con relleno sólido">
            <a:extLst>
              <a:ext uri="{FF2B5EF4-FFF2-40B4-BE49-F238E27FC236}">
                <a16:creationId xmlns:a16="http://schemas.microsoft.com/office/drawing/2014/main" id="{711875AB-809A-535C-57B8-09EECA8A2B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0736" y="5059769"/>
            <a:ext cx="1341351" cy="1341351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B525A6E8-3479-F61D-0E21-0344460D80D5}"/>
              </a:ext>
            </a:extLst>
          </p:cNvPr>
          <p:cNvSpPr txBox="1"/>
          <p:nvPr/>
        </p:nvSpPr>
        <p:spPr>
          <a:xfrm>
            <a:off x="5558095" y="5385188"/>
            <a:ext cx="16159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Expand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es-MX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(Pol </a:t>
            </a: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degree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2 )</a:t>
            </a:r>
          </a:p>
        </p:txBody>
      </p:sp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D990FCEF-CBDF-6234-667A-4303587A2BD0}"/>
              </a:ext>
            </a:extLst>
          </p:cNvPr>
          <p:cNvGraphicFramePr>
            <a:graphicFrameLocks noGrp="1"/>
          </p:cNvGraphicFramePr>
          <p:nvPr/>
        </p:nvGraphicFramePr>
        <p:xfrm>
          <a:off x="590695" y="2801980"/>
          <a:ext cx="1447800" cy="19685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103742498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21487282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4080147711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4685063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588986059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974173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D888A165-3AB6-3600-BD77-2F49A00BC258}"/>
              </a:ext>
            </a:extLst>
          </p:cNvPr>
          <p:cNvGraphicFramePr>
            <a:graphicFrameLocks noGrp="1"/>
          </p:cNvGraphicFramePr>
          <p:nvPr/>
        </p:nvGraphicFramePr>
        <p:xfrm>
          <a:off x="590695" y="3085028"/>
          <a:ext cx="1447800" cy="19685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3059960676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3620002225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4243028429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1858738787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3224407003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63266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4F67E983-0156-FD2C-CE9D-83DF585B950D}"/>
              </a:ext>
            </a:extLst>
          </p:cNvPr>
          <p:cNvGraphicFramePr>
            <a:graphicFrameLocks noGrp="1"/>
          </p:cNvGraphicFramePr>
          <p:nvPr/>
        </p:nvGraphicFramePr>
        <p:xfrm>
          <a:off x="590695" y="3368076"/>
          <a:ext cx="1447800" cy="19685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1489457060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4027577938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674620412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887693683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613474748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349231"/>
                  </a:ext>
                </a:extLst>
              </a:tr>
            </a:tbl>
          </a:graphicData>
        </a:graphic>
      </p:graphicFrame>
      <p:sp>
        <p:nvSpPr>
          <p:cNvPr id="23" name="CuadroTexto 22">
            <a:extLst>
              <a:ext uri="{FF2B5EF4-FFF2-40B4-BE49-F238E27FC236}">
                <a16:creationId xmlns:a16="http://schemas.microsoft.com/office/drawing/2014/main" id="{88CBF0CE-DC79-C97F-1C71-C047C02FAF5B}"/>
              </a:ext>
            </a:extLst>
          </p:cNvPr>
          <p:cNvSpPr txBox="1"/>
          <p:nvPr/>
        </p:nvSpPr>
        <p:spPr>
          <a:xfrm>
            <a:off x="825984" y="2208534"/>
            <a:ext cx="9772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8FE8B5B0-47B6-E290-4896-82AFC73FCA4E}"/>
              </a:ext>
            </a:extLst>
          </p:cNvPr>
          <p:cNvCxnSpPr>
            <a:cxnSpLocks/>
          </p:cNvCxnSpPr>
          <p:nvPr/>
        </p:nvCxnSpPr>
        <p:spPr>
          <a:xfrm>
            <a:off x="1300635" y="3667810"/>
            <a:ext cx="0" cy="8393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5893E9DC-964D-F578-D588-EC2E5A436E46}"/>
              </a:ext>
            </a:extLst>
          </p:cNvPr>
          <p:cNvSpPr txBox="1"/>
          <p:nvPr/>
        </p:nvSpPr>
        <p:spPr>
          <a:xfrm>
            <a:off x="223366" y="4591348"/>
            <a:ext cx="2425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Evaluate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subset</a:t>
            </a:r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9" name="Tabla 28">
            <a:extLst>
              <a:ext uri="{FF2B5EF4-FFF2-40B4-BE49-F238E27FC236}">
                <a16:creationId xmlns:a16="http://schemas.microsoft.com/office/drawing/2014/main" id="{041D28C1-B4ED-5ACB-DDE9-FF7825FE5B1A}"/>
              </a:ext>
            </a:extLst>
          </p:cNvPr>
          <p:cNvGraphicFramePr>
            <a:graphicFrameLocks noGrp="1"/>
          </p:cNvGraphicFramePr>
          <p:nvPr/>
        </p:nvGraphicFramePr>
        <p:xfrm>
          <a:off x="576735" y="5533595"/>
          <a:ext cx="1447800" cy="19685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103742498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21487282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4080147711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4685063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588986059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974173"/>
                  </a:ext>
                </a:extLst>
              </a:tr>
            </a:tbl>
          </a:graphicData>
        </a:graphic>
      </p:graphicFrame>
      <p:graphicFrame>
        <p:nvGraphicFramePr>
          <p:cNvPr id="30" name="Tabla 29">
            <a:extLst>
              <a:ext uri="{FF2B5EF4-FFF2-40B4-BE49-F238E27FC236}">
                <a16:creationId xmlns:a16="http://schemas.microsoft.com/office/drawing/2014/main" id="{07B8C8A2-E50F-E29F-A76C-CCB7C7E9C66D}"/>
              </a:ext>
            </a:extLst>
          </p:cNvPr>
          <p:cNvGraphicFramePr>
            <a:graphicFrameLocks noGrp="1"/>
          </p:cNvGraphicFramePr>
          <p:nvPr/>
        </p:nvGraphicFramePr>
        <p:xfrm>
          <a:off x="576735" y="5009849"/>
          <a:ext cx="1447800" cy="19685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3059960676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3620002225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4243028429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1858738787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3224407003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63266"/>
                  </a:ext>
                </a:extLst>
              </a:tr>
            </a:tbl>
          </a:graphicData>
        </a:graphic>
      </p:graphicFrame>
      <p:graphicFrame>
        <p:nvGraphicFramePr>
          <p:cNvPr id="31" name="Tabla 30">
            <a:extLst>
              <a:ext uri="{FF2B5EF4-FFF2-40B4-BE49-F238E27FC236}">
                <a16:creationId xmlns:a16="http://schemas.microsoft.com/office/drawing/2014/main" id="{56829503-4BB6-C2BF-DBE9-64F22C947615}"/>
              </a:ext>
            </a:extLst>
          </p:cNvPr>
          <p:cNvGraphicFramePr>
            <a:graphicFrameLocks noGrp="1"/>
          </p:cNvGraphicFramePr>
          <p:nvPr/>
        </p:nvGraphicFramePr>
        <p:xfrm>
          <a:off x="576735" y="5274547"/>
          <a:ext cx="1447800" cy="19685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1489457060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4027577938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674620412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887693683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613474748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349231"/>
                  </a:ext>
                </a:extLst>
              </a:tr>
            </a:tbl>
          </a:graphicData>
        </a:graphic>
      </p:graphicFrame>
      <p:sp>
        <p:nvSpPr>
          <p:cNvPr id="32" name="CuadroTexto 31">
            <a:extLst>
              <a:ext uri="{FF2B5EF4-FFF2-40B4-BE49-F238E27FC236}">
                <a16:creationId xmlns:a16="http://schemas.microsoft.com/office/drawing/2014/main" id="{8C323625-6445-708D-BA3D-063D755A871D}"/>
              </a:ext>
            </a:extLst>
          </p:cNvPr>
          <p:cNvSpPr txBox="1"/>
          <p:nvPr/>
        </p:nvSpPr>
        <p:spPr>
          <a:xfrm>
            <a:off x="1863700" y="4938795"/>
            <a:ext cx="977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b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b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</a:p>
        </p:txBody>
      </p:sp>
      <p:grpSp>
        <p:nvGrpSpPr>
          <p:cNvPr id="58" name="Grupo 57">
            <a:extLst>
              <a:ext uri="{FF2B5EF4-FFF2-40B4-BE49-F238E27FC236}">
                <a16:creationId xmlns:a16="http://schemas.microsoft.com/office/drawing/2014/main" id="{E3F897C2-B23F-AE6C-E798-89145D7C2737}"/>
              </a:ext>
            </a:extLst>
          </p:cNvPr>
          <p:cNvGrpSpPr/>
          <p:nvPr/>
        </p:nvGrpSpPr>
        <p:grpSpPr>
          <a:xfrm>
            <a:off x="2568702" y="830637"/>
            <a:ext cx="803135" cy="4612135"/>
            <a:chOff x="2840921" y="760837"/>
            <a:chExt cx="1340190" cy="4612135"/>
          </a:xfrm>
        </p:grpSpPr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B8411EB2-E74D-1CC4-C963-64887BB5ACFA}"/>
                </a:ext>
              </a:extLst>
            </p:cNvPr>
            <p:cNvCxnSpPr>
              <a:stCxn id="32" idx="3"/>
            </p:cNvCxnSpPr>
            <p:nvPr/>
          </p:nvCxnSpPr>
          <p:spPr>
            <a:xfrm flipV="1">
              <a:off x="2840921" y="5354292"/>
              <a:ext cx="72000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447A31C0-8348-F99D-2E9B-7B8978115D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80818" y="760837"/>
              <a:ext cx="0" cy="4612135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Conector recto de flecha 42">
              <a:extLst>
                <a:ext uri="{FF2B5EF4-FFF2-40B4-BE49-F238E27FC236}">
                  <a16:creationId xmlns:a16="http://schemas.microsoft.com/office/drawing/2014/main" id="{89AE44D4-A059-24DB-8899-E1A39A993A6B}"/>
                </a:ext>
              </a:extLst>
            </p:cNvPr>
            <p:cNvCxnSpPr/>
            <p:nvPr/>
          </p:nvCxnSpPr>
          <p:spPr>
            <a:xfrm>
              <a:off x="3580818" y="760837"/>
              <a:ext cx="60029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46" name="Tabla 45">
            <a:extLst>
              <a:ext uri="{FF2B5EF4-FFF2-40B4-BE49-F238E27FC236}">
                <a16:creationId xmlns:a16="http://schemas.microsoft.com/office/drawing/2014/main" id="{D81C7882-FBB0-7AAF-7CB6-91DA9208414F}"/>
              </a:ext>
            </a:extLst>
          </p:cNvPr>
          <p:cNvGraphicFramePr>
            <a:graphicFrameLocks noGrp="1"/>
          </p:cNvGraphicFramePr>
          <p:nvPr/>
        </p:nvGraphicFramePr>
        <p:xfrm>
          <a:off x="4072635" y="1027827"/>
          <a:ext cx="1447800" cy="19685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3342806943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793580338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3719899148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4162467813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704410978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57816"/>
                  </a:ext>
                </a:extLst>
              </a:tr>
            </a:tbl>
          </a:graphicData>
        </a:graphic>
      </p:graphicFrame>
      <p:graphicFrame>
        <p:nvGraphicFramePr>
          <p:cNvPr id="50" name="Tabla 49">
            <a:extLst>
              <a:ext uri="{FF2B5EF4-FFF2-40B4-BE49-F238E27FC236}">
                <a16:creationId xmlns:a16="http://schemas.microsoft.com/office/drawing/2014/main" id="{0C478142-BB00-C23D-D041-24D39AB07B31}"/>
              </a:ext>
            </a:extLst>
          </p:cNvPr>
          <p:cNvGraphicFramePr>
            <a:graphicFrameLocks noGrp="1"/>
          </p:cNvGraphicFramePr>
          <p:nvPr/>
        </p:nvGraphicFramePr>
        <p:xfrm>
          <a:off x="4072635" y="760837"/>
          <a:ext cx="1447800" cy="19685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800901182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840161408"/>
                    </a:ext>
                  </a:extLst>
                </a:gridCol>
                <a:gridCol w="207756">
                  <a:extLst>
                    <a:ext uri="{9D8B030D-6E8A-4147-A177-3AD203B41FA5}">
                      <a16:colId xmlns:a16="http://schemas.microsoft.com/office/drawing/2014/main" val="616389438"/>
                    </a:ext>
                  </a:extLst>
                </a:gridCol>
                <a:gridCol w="338344">
                  <a:extLst>
                    <a:ext uri="{9D8B030D-6E8A-4147-A177-3AD203B41FA5}">
                      <a16:colId xmlns:a16="http://schemas.microsoft.com/office/drawing/2014/main" val="3119865499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1213129024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9668998"/>
                  </a:ext>
                </a:extLst>
              </a:tr>
            </a:tbl>
          </a:graphicData>
        </a:graphic>
      </p:graphicFrame>
      <p:graphicFrame>
        <p:nvGraphicFramePr>
          <p:cNvPr id="54" name="Tabla 53">
            <a:extLst>
              <a:ext uri="{FF2B5EF4-FFF2-40B4-BE49-F238E27FC236}">
                <a16:creationId xmlns:a16="http://schemas.microsoft.com/office/drawing/2014/main" id="{D613E920-8BFF-D857-ECE2-66E9CB737E74}"/>
              </a:ext>
            </a:extLst>
          </p:cNvPr>
          <p:cNvGraphicFramePr>
            <a:graphicFrameLocks noGrp="1"/>
          </p:cNvGraphicFramePr>
          <p:nvPr/>
        </p:nvGraphicFramePr>
        <p:xfrm>
          <a:off x="4070049" y="1294817"/>
          <a:ext cx="1447800" cy="19685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121877555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4293541364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535055909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464261806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1007151195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582972"/>
                  </a:ext>
                </a:extLst>
              </a:tr>
            </a:tbl>
          </a:graphicData>
        </a:graphic>
      </p:graphicFrame>
      <p:sp>
        <p:nvSpPr>
          <p:cNvPr id="55" name="CuadroTexto 54">
            <a:extLst>
              <a:ext uri="{FF2B5EF4-FFF2-40B4-BE49-F238E27FC236}">
                <a16:creationId xmlns:a16="http://schemas.microsoft.com/office/drawing/2014/main" id="{DE7364D1-DB01-CA0A-A472-25E45FC823C6}"/>
              </a:ext>
            </a:extLst>
          </p:cNvPr>
          <p:cNvSpPr txBox="1"/>
          <p:nvPr/>
        </p:nvSpPr>
        <p:spPr>
          <a:xfrm>
            <a:off x="5483207" y="691240"/>
            <a:ext cx="977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b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b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3E2BA678-10AC-58C2-1030-2D4F0F3697D0}"/>
              </a:ext>
            </a:extLst>
          </p:cNvPr>
          <p:cNvSpPr/>
          <p:nvPr/>
        </p:nvSpPr>
        <p:spPr>
          <a:xfrm>
            <a:off x="4013588" y="570628"/>
            <a:ext cx="2403725" cy="11953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7" name="Flecha: curvada hacia la derecha 56">
            <a:extLst>
              <a:ext uri="{FF2B5EF4-FFF2-40B4-BE49-F238E27FC236}">
                <a16:creationId xmlns:a16="http://schemas.microsoft.com/office/drawing/2014/main" id="{F0FEE23E-3E4F-53FE-CD80-64C3E7B1242D}"/>
              </a:ext>
            </a:extLst>
          </p:cNvPr>
          <p:cNvSpPr/>
          <p:nvPr/>
        </p:nvSpPr>
        <p:spPr>
          <a:xfrm>
            <a:off x="3462710" y="570628"/>
            <a:ext cx="516241" cy="1125011"/>
          </a:xfrm>
          <a:prstGeom prst="curved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59" name="Flecha: curvada hacia la derecha 58">
            <a:extLst>
              <a:ext uri="{FF2B5EF4-FFF2-40B4-BE49-F238E27FC236}">
                <a16:creationId xmlns:a16="http://schemas.microsoft.com/office/drawing/2014/main" id="{2B4D737E-4FD2-D59E-FD0C-340C98BAD815}"/>
              </a:ext>
            </a:extLst>
          </p:cNvPr>
          <p:cNvSpPr/>
          <p:nvPr/>
        </p:nvSpPr>
        <p:spPr>
          <a:xfrm rot="10800000">
            <a:off x="6493444" y="563746"/>
            <a:ext cx="516241" cy="1125011"/>
          </a:xfrm>
          <a:prstGeom prst="curved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6FAED6BB-8069-6CB0-FFB4-492B78855D54}"/>
              </a:ext>
            </a:extLst>
          </p:cNvPr>
          <p:cNvSpPr txBox="1"/>
          <p:nvPr/>
        </p:nvSpPr>
        <p:spPr>
          <a:xfrm>
            <a:off x="3931249" y="182066"/>
            <a:ext cx="2763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0" i="0" dirty="0">
                <a:solidFill>
                  <a:srgbClr val="292929"/>
                </a:solidFill>
                <a:effectLst/>
                <a:latin typeface="Roboto" panose="020F0502020204030204" pitchFamily="2" charset="0"/>
              </a:rPr>
              <a:t>recombine and </a:t>
            </a:r>
            <a:r>
              <a:rPr lang="es-MX" b="0" i="0" dirty="0" err="1">
                <a:solidFill>
                  <a:srgbClr val="292929"/>
                </a:solidFill>
                <a:effectLst/>
                <a:latin typeface="Roboto" panose="020F0502020204030204" pitchFamily="2" charset="0"/>
              </a:rPr>
              <a:t>evaluate</a:t>
            </a:r>
            <a:endParaRPr lang="es-MX" dirty="0"/>
          </a:p>
        </p:txBody>
      </p: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FB18C973-294B-CF0F-6437-B576DD7EB237}"/>
              </a:ext>
            </a:extLst>
          </p:cNvPr>
          <p:cNvCxnSpPr>
            <a:cxnSpLocks/>
          </p:cNvCxnSpPr>
          <p:nvPr/>
        </p:nvCxnSpPr>
        <p:spPr>
          <a:xfrm>
            <a:off x="5313064" y="1846833"/>
            <a:ext cx="0" cy="8393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66" name="Tabla 65">
            <a:extLst>
              <a:ext uri="{FF2B5EF4-FFF2-40B4-BE49-F238E27FC236}">
                <a16:creationId xmlns:a16="http://schemas.microsoft.com/office/drawing/2014/main" id="{382B8261-A566-23C3-54B1-5466C4EC6D63}"/>
              </a:ext>
            </a:extLst>
          </p:cNvPr>
          <p:cNvGraphicFramePr>
            <a:graphicFrameLocks noGrp="1"/>
          </p:cNvGraphicFramePr>
          <p:nvPr/>
        </p:nvGraphicFramePr>
        <p:xfrm>
          <a:off x="4589164" y="2903725"/>
          <a:ext cx="1447800" cy="19685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2997249743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896464324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1382112264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3676697476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757932007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6648020"/>
                  </a:ext>
                </a:extLst>
              </a:tr>
            </a:tbl>
          </a:graphicData>
        </a:graphic>
      </p:graphicFrame>
      <p:sp>
        <p:nvSpPr>
          <p:cNvPr id="67" name="CuadroTexto 66">
            <a:extLst>
              <a:ext uri="{FF2B5EF4-FFF2-40B4-BE49-F238E27FC236}">
                <a16:creationId xmlns:a16="http://schemas.microsoft.com/office/drawing/2014/main" id="{BCEA757E-AC92-8107-1460-EC4383BBCD9D}"/>
              </a:ext>
            </a:extLst>
          </p:cNvPr>
          <p:cNvSpPr txBox="1"/>
          <p:nvPr/>
        </p:nvSpPr>
        <p:spPr>
          <a:xfrm>
            <a:off x="4120333" y="2566599"/>
            <a:ext cx="2425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Resulting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subset</a:t>
            </a:r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8" name="Conector recto de flecha 67">
            <a:extLst>
              <a:ext uri="{FF2B5EF4-FFF2-40B4-BE49-F238E27FC236}">
                <a16:creationId xmlns:a16="http://schemas.microsoft.com/office/drawing/2014/main" id="{07845657-C3E9-F2E2-E5BC-FD9D4989846F}"/>
              </a:ext>
            </a:extLst>
          </p:cNvPr>
          <p:cNvCxnSpPr>
            <a:cxnSpLocks/>
          </p:cNvCxnSpPr>
          <p:nvPr/>
        </p:nvCxnSpPr>
        <p:spPr>
          <a:xfrm>
            <a:off x="5299102" y="3176244"/>
            <a:ext cx="0" cy="4915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0" name="Gráfico 69" descr="Base de datos con relleno sólido">
            <a:extLst>
              <a:ext uri="{FF2B5EF4-FFF2-40B4-BE49-F238E27FC236}">
                <a16:creationId xmlns:a16="http://schemas.microsoft.com/office/drawing/2014/main" id="{F344CF66-53D3-2B25-3AAC-44AFA8E33B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0108" y="3996742"/>
            <a:ext cx="517987" cy="517987"/>
          </a:xfrm>
          <a:prstGeom prst="rect">
            <a:avLst/>
          </a:prstGeom>
        </p:spPr>
      </p:pic>
      <p:sp>
        <p:nvSpPr>
          <p:cNvPr id="71" name="CuadroTexto 70">
            <a:extLst>
              <a:ext uri="{FF2B5EF4-FFF2-40B4-BE49-F238E27FC236}">
                <a16:creationId xmlns:a16="http://schemas.microsoft.com/office/drawing/2014/main" id="{19D49BC7-0475-A331-6AAC-3ABCC5380C16}"/>
              </a:ext>
            </a:extLst>
          </p:cNvPr>
          <p:cNvSpPr txBox="1"/>
          <p:nvPr/>
        </p:nvSpPr>
        <p:spPr>
          <a:xfrm>
            <a:off x="4120333" y="3622986"/>
            <a:ext cx="2425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Trim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2" name="Conector recto de flecha 71">
            <a:extLst>
              <a:ext uri="{FF2B5EF4-FFF2-40B4-BE49-F238E27FC236}">
                <a16:creationId xmlns:a16="http://schemas.microsoft.com/office/drawing/2014/main" id="{75F719A5-E4CF-427E-C7B2-FD6510A529C5}"/>
              </a:ext>
            </a:extLst>
          </p:cNvPr>
          <p:cNvCxnSpPr>
            <a:cxnSpLocks/>
          </p:cNvCxnSpPr>
          <p:nvPr/>
        </p:nvCxnSpPr>
        <p:spPr>
          <a:xfrm>
            <a:off x="5299101" y="4591348"/>
            <a:ext cx="0" cy="4915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3" name="Grupo 72">
            <a:extLst>
              <a:ext uri="{FF2B5EF4-FFF2-40B4-BE49-F238E27FC236}">
                <a16:creationId xmlns:a16="http://schemas.microsoft.com/office/drawing/2014/main" id="{BDDB777E-50B3-5850-3DAE-F033FB71CE4C}"/>
              </a:ext>
            </a:extLst>
          </p:cNvPr>
          <p:cNvGrpSpPr/>
          <p:nvPr/>
        </p:nvGrpSpPr>
        <p:grpSpPr>
          <a:xfrm>
            <a:off x="7020294" y="1027827"/>
            <a:ext cx="1151722" cy="4612135"/>
            <a:chOff x="2840921" y="760837"/>
            <a:chExt cx="1340190" cy="4612135"/>
          </a:xfrm>
        </p:grpSpPr>
        <p:cxnSp>
          <p:nvCxnSpPr>
            <p:cNvPr id="74" name="Conector recto 73">
              <a:extLst>
                <a:ext uri="{FF2B5EF4-FFF2-40B4-BE49-F238E27FC236}">
                  <a16:creationId xmlns:a16="http://schemas.microsoft.com/office/drawing/2014/main" id="{74CDD75A-DCF3-DF3B-D545-5143A3FE75BD}"/>
                </a:ext>
              </a:extLst>
            </p:cNvPr>
            <p:cNvCxnSpPr/>
            <p:nvPr/>
          </p:nvCxnSpPr>
          <p:spPr>
            <a:xfrm flipV="1">
              <a:off x="2840921" y="5354292"/>
              <a:ext cx="72000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Conector recto 74">
              <a:extLst>
                <a:ext uri="{FF2B5EF4-FFF2-40B4-BE49-F238E27FC236}">
                  <a16:creationId xmlns:a16="http://schemas.microsoft.com/office/drawing/2014/main" id="{7101F637-2670-FF81-25FF-B9DEB7D0CE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80818" y="760837"/>
              <a:ext cx="0" cy="4612135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Conector recto de flecha 75">
              <a:extLst>
                <a:ext uri="{FF2B5EF4-FFF2-40B4-BE49-F238E27FC236}">
                  <a16:creationId xmlns:a16="http://schemas.microsoft.com/office/drawing/2014/main" id="{DFC3F979-D16F-4F15-87CF-31D5EA2B5BD4}"/>
                </a:ext>
              </a:extLst>
            </p:cNvPr>
            <p:cNvCxnSpPr/>
            <p:nvPr/>
          </p:nvCxnSpPr>
          <p:spPr>
            <a:xfrm>
              <a:off x="3580818" y="760837"/>
              <a:ext cx="60029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7" name="CuadroTexto 76">
            <a:extLst>
              <a:ext uri="{FF2B5EF4-FFF2-40B4-BE49-F238E27FC236}">
                <a16:creationId xmlns:a16="http://schemas.microsoft.com/office/drawing/2014/main" id="{07641E86-0240-7070-0304-D78519579943}"/>
              </a:ext>
            </a:extLst>
          </p:cNvPr>
          <p:cNvSpPr txBox="1"/>
          <p:nvPr/>
        </p:nvSpPr>
        <p:spPr>
          <a:xfrm>
            <a:off x="8758713" y="381496"/>
            <a:ext cx="9772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</a:p>
        </p:txBody>
      </p:sp>
      <p:graphicFrame>
        <p:nvGraphicFramePr>
          <p:cNvPr id="79" name="Tabla 78">
            <a:extLst>
              <a:ext uri="{FF2B5EF4-FFF2-40B4-BE49-F238E27FC236}">
                <a16:creationId xmlns:a16="http://schemas.microsoft.com/office/drawing/2014/main" id="{FECB0120-15BE-287E-E7C4-800E3D565895}"/>
              </a:ext>
            </a:extLst>
          </p:cNvPr>
          <p:cNvGraphicFramePr>
            <a:graphicFrameLocks noGrp="1"/>
          </p:cNvGraphicFramePr>
          <p:nvPr/>
        </p:nvGraphicFramePr>
        <p:xfrm>
          <a:off x="8345597" y="1126252"/>
          <a:ext cx="1676400" cy="19685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3880020756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1371970374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642008282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1871360675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433535987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3884518287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370818"/>
                  </a:ext>
                </a:extLst>
              </a:tr>
            </a:tbl>
          </a:graphicData>
        </a:graphic>
      </p:graphicFrame>
      <p:graphicFrame>
        <p:nvGraphicFramePr>
          <p:cNvPr id="81" name="Tabla 80">
            <a:extLst>
              <a:ext uri="{FF2B5EF4-FFF2-40B4-BE49-F238E27FC236}">
                <a16:creationId xmlns:a16="http://schemas.microsoft.com/office/drawing/2014/main" id="{71B44B30-669B-C66A-D185-D3AEC8EF6DDF}"/>
              </a:ext>
            </a:extLst>
          </p:cNvPr>
          <p:cNvGraphicFramePr>
            <a:graphicFrameLocks noGrp="1"/>
          </p:cNvGraphicFramePr>
          <p:nvPr/>
        </p:nvGraphicFramePr>
        <p:xfrm>
          <a:off x="8348361" y="1393242"/>
          <a:ext cx="1676400" cy="19685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183490623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1328565703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471203233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3206093518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690883849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1402127983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364807"/>
                  </a:ext>
                </a:extLst>
              </a:tr>
            </a:tbl>
          </a:graphicData>
        </a:graphic>
      </p:graphicFrame>
      <p:graphicFrame>
        <p:nvGraphicFramePr>
          <p:cNvPr id="83" name="Tabla 82">
            <a:extLst>
              <a:ext uri="{FF2B5EF4-FFF2-40B4-BE49-F238E27FC236}">
                <a16:creationId xmlns:a16="http://schemas.microsoft.com/office/drawing/2014/main" id="{CB1DCC9D-B151-B38D-50D7-F66BB836B09D}"/>
              </a:ext>
            </a:extLst>
          </p:cNvPr>
          <p:cNvGraphicFramePr>
            <a:graphicFrameLocks noGrp="1"/>
          </p:cNvGraphicFramePr>
          <p:nvPr/>
        </p:nvGraphicFramePr>
        <p:xfrm>
          <a:off x="8345597" y="1660232"/>
          <a:ext cx="1676400" cy="19685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1682708994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849351323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771827783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646583940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3495911582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1575340962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337223"/>
                  </a:ext>
                </a:extLst>
              </a:tr>
            </a:tbl>
          </a:graphicData>
        </a:graphic>
      </p:graphicFrame>
      <p:sp>
        <p:nvSpPr>
          <p:cNvPr id="84" name="CuadroTexto 83">
            <a:extLst>
              <a:ext uri="{FF2B5EF4-FFF2-40B4-BE49-F238E27FC236}">
                <a16:creationId xmlns:a16="http://schemas.microsoft.com/office/drawing/2014/main" id="{3B2D3739-0EAD-788D-716E-F97A96466A17}"/>
              </a:ext>
            </a:extLst>
          </p:cNvPr>
          <p:cNvSpPr txBox="1"/>
          <p:nvPr/>
        </p:nvSpPr>
        <p:spPr>
          <a:xfrm>
            <a:off x="8195206" y="2347033"/>
            <a:ext cx="2425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Evaluate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subset</a:t>
            </a:r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5" name="Conector recto de flecha 84">
            <a:extLst>
              <a:ext uri="{FF2B5EF4-FFF2-40B4-BE49-F238E27FC236}">
                <a16:creationId xmlns:a16="http://schemas.microsoft.com/office/drawing/2014/main" id="{C0D6CD19-D33A-E51D-88CF-8CE2D7BB0289}"/>
              </a:ext>
            </a:extLst>
          </p:cNvPr>
          <p:cNvCxnSpPr>
            <a:cxnSpLocks/>
          </p:cNvCxnSpPr>
          <p:nvPr/>
        </p:nvCxnSpPr>
        <p:spPr>
          <a:xfrm>
            <a:off x="9351327" y="1935539"/>
            <a:ext cx="0" cy="4586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87" name="Tabla 86">
            <a:extLst>
              <a:ext uri="{FF2B5EF4-FFF2-40B4-BE49-F238E27FC236}">
                <a16:creationId xmlns:a16="http://schemas.microsoft.com/office/drawing/2014/main" id="{52641094-ED58-4111-2FAB-D83F4394940E}"/>
              </a:ext>
            </a:extLst>
          </p:cNvPr>
          <p:cNvGraphicFramePr>
            <a:graphicFrameLocks noGrp="1"/>
          </p:cNvGraphicFramePr>
          <p:nvPr/>
        </p:nvGraphicFramePr>
        <p:xfrm>
          <a:off x="8444393" y="2739081"/>
          <a:ext cx="1676400" cy="19685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3880020756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1371970374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642008282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1871360675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433535987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3884518287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370818"/>
                  </a:ext>
                </a:extLst>
              </a:tr>
            </a:tbl>
          </a:graphicData>
        </a:graphic>
      </p:graphicFrame>
      <p:graphicFrame>
        <p:nvGraphicFramePr>
          <p:cNvPr id="88" name="Tabla 87">
            <a:extLst>
              <a:ext uri="{FF2B5EF4-FFF2-40B4-BE49-F238E27FC236}">
                <a16:creationId xmlns:a16="http://schemas.microsoft.com/office/drawing/2014/main" id="{397C6D22-A8FB-7085-2350-38BEC38F1CC4}"/>
              </a:ext>
            </a:extLst>
          </p:cNvPr>
          <p:cNvGraphicFramePr>
            <a:graphicFrameLocks noGrp="1"/>
          </p:cNvGraphicFramePr>
          <p:nvPr/>
        </p:nvGraphicFramePr>
        <p:xfrm>
          <a:off x="8461117" y="3006071"/>
          <a:ext cx="1676400" cy="19685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183490623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1328565703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471203233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3206093518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690883849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1402127983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364807"/>
                  </a:ext>
                </a:extLst>
              </a:tr>
            </a:tbl>
          </a:graphicData>
        </a:graphic>
      </p:graphicFrame>
      <p:graphicFrame>
        <p:nvGraphicFramePr>
          <p:cNvPr id="89" name="Tabla 88">
            <a:extLst>
              <a:ext uri="{FF2B5EF4-FFF2-40B4-BE49-F238E27FC236}">
                <a16:creationId xmlns:a16="http://schemas.microsoft.com/office/drawing/2014/main" id="{BF8C20FF-939D-ADBF-AF52-93C41DB7960A}"/>
              </a:ext>
            </a:extLst>
          </p:cNvPr>
          <p:cNvGraphicFramePr>
            <a:graphicFrameLocks noGrp="1"/>
          </p:cNvGraphicFramePr>
          <p:nvPr/>
        </p:nvGraphicFramePr>
        <p:xfrm>
          <a:off x="8479294" y="3273061"/>
          <a:ext cx="1676400" cy="19685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1682708994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849351323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771827783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646583940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3495911582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1575340962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337223"/>
                  </a:ext>
                </a:extLst>
              </a:tr>
            </a:tbl>
          </a:graphicData>
        </a:graphic>
      </p:graphicFrame>
      <p:sp>
        <p:nvSpPr>
          <p:cNvPr id="90" name="CuadroTexto 89">
            <a:extLst>
              <a:ext uri="{FF2B5EF4-FFF2-40B4-BE49-F238E27FC236}">
                <a16:creationId xmlns:a16="http://schemas.microsoft.com/office/drawing/2014/main" id="{408CB14F-FBB1-9ABF-D8BD-E83A66D7EA5B}"/>
              </a:ext>
            </a:extLst>
          </p:cNvPr>
          <p:cNvSpPr txBox="1"/>
          <p:nvPr/>
        </p:nvSpPr>
        <p:spPr>
          <a:xfrm>
            <a:off x="9987708" y="2655379"/>
            <a:ext cx="977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b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b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</a:p>
        </p:txBody>
      </p:sp>
      <p:cxnSp>
        <p:nvCxnSpPr>
          <p:cNvPr id="91" name="Conector recto de flecha 90">
            <a:extLst>
              <a:ext uri="{FF2B5EF4-FFF2-40B4-BE49-F238E27FC236}">
                <a16:creationId xmlns:a16="http://schemas.microsoft.com/office/drawing/2014/main" id="{E6C1AAB2-8916-F219-FE24-838003BB368B}"/>
              </a:ext>
            </a:extLst>
          </p:cNvPr>
          <p:cNvCxnSpPr>
            <a:cxnSpLocks/>
          </p:cNvCxnSpPr>
          <p:nvPr/>
        </p:nvCxnSpPr>
        <p:spPr>
          <a:xfrm>
            <a:off x="9351327" y="3533665"/>
            <a:ext cx="0" cy="4586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2" name="Rectángulo 91">
            <a:extLst>
              <a:ext uri="{FF2B5EF4-FFF2-40B4-BE49-F238E27FC236}">
                <a16:creationId xmlns:a16="http://schemas.microsoft.com/office/drawing/2014/main" id="{5F95B4D3-450C-4BA9-A02B-D51ACC15FA61}"/>
              </a:ext>
            </a:extLst>
          </p:cNvPr>
          <p:cNvSpPr/>
          <p:nvPr/>
        </p:nvSpPr>
        <p:spPr>
          <a:xfrm>
            <a:off x="7988487" y="4303970"/>
            <a:ext cx="2763631" cy="1081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>
            <a:extLst>
              <a:ext uri="{FF2B5EF4-FFF2-40B4-BE49-F238E27FC236}">
                <a16:creationId xmlns:a16="http://schemas.microsoft.com/office/drawing/2014/main" id="{43238E61-D438-9E6F-DC3A-F6114FA43000}"/>
              </a:ext>
            </a:extLst>
          </p:cNvPr>
          <p:cNvSpPr txBox="1"/>
          <p:nvPr/>
        </p:nvSpPr>
        <p:spPr>
          <a:xfrm>
            <a:off x="8025900" y="3938033"/>
            <a:ext cx="2763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0" i="0" dirty="0">
                <a:solidFill>
                  <a:srgbClr val="292929"/>
                </a:solidFill>
                <a:effectLst/>
                <a:latin typeface="Roboto" panose="020F0502020204030204" pitchFamily="2" charset="0"/>
              </a:rPr>
              <a:t>recombine and </a:t>
            </a:r>
            <a:r>
              <a:rPr lang="es-MX" b="0" i="0" dirty="0" err="1">
                <a:solidFill>
                  <a:srgbClr val="292929"/>
                </a:solidFill>
                <a:effectLst/>
                <a:latin typeface="Roboto" panose="020F0502020204030204" pitchFamily="2" charset="0"/>
              </a:rPr>
              <a:t>evaluate</a:t>
            </a:r>
            <a:endParaRPr lang="es-MX" dirty="0"/>
          </a:p>
        </p:txBody>
      </p:sp>
      <p:graphicFrame>
        <p:nvGraphicFramePr>
          <p:cNvPr id="95" name="Tabla 94">
            <a:extLst>
              <a:ext uri="{FF2B5EF4-FFF2-40B4-BE49-F238E27FC236}">
                <a16:creationId xmlns:a16="http://schemas.microsoft.com/office/drawing/2014/main" id="{40119056-0DBA-DA75-5769-0E2515CC409F}"/>
              </a:ext>
            </a:extLst>
          </p:cNvPr>
          <p:cNvGraphicFramePr>
            <a:graphicFrameLocks noGrp="1"/>
          </p:cNvGraphicFramePr>
          <p:nvPr/>
        </p:nvGraphicFramePr>
        <p:xfrm>
          <a:off x="8251707" y="4472013"/>
          <a:ext cx="1676400" cy="19685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3176098413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66140371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521424946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3814988077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214378061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3562056943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785899"/>
                  </a:ext>
                </a:extLst>
              </a:tr>
            </a:tbl>
          </a:graphicData>
        </a:graphic>
      </p:graphicFrame>
      <p:graphicFrame>
        <p:nvGraphicFramePr>
          <p:cNvPr id="97" name="Tabla 96">
            <a:extLst>
              <a:ext uri="{FF2B5EF4-FFF2-40B4-BE49-F238E27FC236}">
                <a16:creationId xmlns:a16="http://schemas.microsoft.com/office/drawing/2014/main" id="{1B70EC5E-7ADF-7B7D-D595-1EBCFF21E2A9}"/>
              </a:ext>
            </a:extLst>
          </p:cNvPr>
          <p:cNvGraphicFramePr>
            <a:graphicFrameLocks noGrp="1"/>
          </p:cNvGraphicFramePr>
          <p:nvPr/>
        </p:nvGraphicFramePr>
        <p:xfrm>
          <a:off x="8242979" y="4763830"/>
          <a:ext cx="1676400" cy="19685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4257781995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1581303530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790585422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3249383739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790129325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652026934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953020"/>
                  </a:ext>
                </a:extLst>
              </a:tr>
            </a:tbl>
          </a:graphicData>
        </a:graphic>
      </p:graphicFrame>
      <p:graphicFrame>
        <p:nvGraphicFramePr>
          <p:cNvPr id="100" name="Tabla 99">
            <a:extLst>
              <a:ext uri="{FF2B5EF4-FFF2-40B4-BE49-F238E27FC236}">
                <a16:creationId xmlns:a16="http://schemas.microsoft.com/office/drawing/2014/main" id="{78B91F10-DDD2-4FDD-4696-F873F7E173E7}"/>
              </a:ext>
            </a:extLst>
          </p:cNvPr>
          <p:cNvGraphicFramePr>
            <a:graphicFrameLocks noGrp="1"/>
          </p:cNvGraphicFramePr>
          <p:nvPr/>
        </p:nvGraphicFramePr>
        <p:xfrm>
          <a:off x="8249959" y="5055647"/>
          <a:ext cx="1676400" cy="19685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3286017618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1725888855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1847271462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84579422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3359454009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1021800278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802744"/>
                  </a:ext>
                </a:extLst>
              </a:tr>
            </a:tbl>
          </a:graphicData>
        </a:graphic>
      </p:graphicFrame>
      <p:sp>
        <p:nvSpPr>
          <p:cNvPr id="101" name="CuadroTexto 100">
            <a:extLst>
              <a:ext uri="{FF2B5EF4-FFF2-40B4-BE49-F238E27FC236}">
                <a16:creationId xmlns:a16="http://schemas.microsoft.com/office/drawing/2014/main" id="{AC9C68A2-4D88-245E-F6F0-CED32512C52E}"/>
              </a:ext>
            </a:extLst>
          </p:cNvPr>
          <p:cNvSpPr txBox="1"/>
          <p:nvPr/>
        </p:nvSpPr>
        <p:spPr>
          <a:xfrm>
            <a:off x="9894286" y="4421500"/>
            <a:ext cx="977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b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b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</a:p>
        </p:txBody>
      </p:sp>
      <p:sp>
        <p:nvSpPr>
          <p:cNvPr id="102" name="Flecha: curvada hacia la derecha 101">
            <a:extLst>
              <a:ext uri="{FF2B5EF4-FFF2-40B4-BE49-F238E27FC236}">
                <a16:creationId xmlns:a16="http://schemas.microsoft.com/office/drawing/2014/main" id="{2453EE3E-5967-4D31-4912-5B2E6DB1A09D}"/>
              </a:ext>
            </a:extLst>
          </p:cNvPr>
          <p:cNvSpPr/>
          <p:nvPr/>
        </p:nvSpPr>
        <p:spPr>
          <a:xfrm>
            <a:off x="7693555" y="4274492"/>
            <a:ext cx="331608" cy="1125011"/>
          </a:xfrm>
          <a:prstGeom prst="curved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103" name="Flecha: curvada hacia la derecha 102">
            <a:extLst>
              <a:ext uri="{FF2B5EF4-FFF2-40B4-BE49-F238E27FC236}">
                <a16:creationId xmlns:a16="http://schemas.microsoft.com/office/drawing/2014/main" id="{600A6958-44B3-752C-D86C-5A9DFA008A5A}"/>
              </a:ext>
            </a:extLst>
          </p:cNvPr>
          <p:cNvSpPr/>
          <p:nvPr/>
        </p:nvSpPr>
        <p:spPr>
          <a:xfrm rot="10800000">
            <a:off x="10789530" y="4263326"/>
            <a:ext cx="369758" cy="1125011"/>
          </a:xfrm>
          <a:prstGeom prst="curved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cxnSp>
        <p:nvCxnSpPr>
          <p:cNvPr id="104" name="Conector recto de flecha 103">
            <a:extLst>
              <a:ext uri="{FF2B5EF4-FFF2-40B4-BE49-F238E27FC236}">
                <a16:creationId xmlns:a16="http://schemas.microsoft.com/office/drawing/2014/main" id="{D735D18B-B397-F4E1-7745-0111F588C593}"/>
              </a:ext>
            </a:extLst>
          </p:cNvPr>
          <p:cNvCxnSpPr>
            <a:cxnSpLocks/>
          </p:cNvCxnSpPr>
          <p:nvPr/>
        </p:nvCxnSpPr>
        <p:spPr>
          <a:xfrm>
            <a:off x="9370302" y="5424092"/>
            <a:ext cx="0" cy="4113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06" name="Tabla 105">
            <a:extLst>
              <a:ext uri="{FF2B5EF4-FFF2-40B4-BE49-F238E27FC236}">
                <a16:creationId xmlns:a16="http://schemas.microsoft.com/office/drawing/2014/main" id="{7470F823-9BC9-8BC6-DA44-3618CB95BA81}"/>
              </a:ext>
            </a:extLst>
          </p:cNvPr>
          <p:cNvGraphicFramePr>
            <a:graphicFrameLocks noGrp="1"/>
          </p:cNvGraphicFramePr>
          <p:nvPr/>
        </p:nvGraphicFramePr>
        <p:xfrm>
          <a:off x="8569515" y="6091691"/>
          <a:ext cx="1676400" cy="19685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3286017618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1725888855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1847271462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84579422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3359454009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1021800278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802744"/>
                  </a:ext>
                </a:extLst>
              </a:tr>
            </a:tbl>
          </a:graphicData>
        </a:graphic>
      </p:graphicFrame>
      <p:sp>
        <p:nvSpPr>
          <p:cNvPr id="107" name="CuadroTexto 106">
            <a:extLst>
              <a:ext uri="{FF2B5EF4-FFF2-40B4-BE49-F238E27FC236}">
                <a16:creationId xmlns:a16="http://schemas.microsoft.com/office/drawing/2014/main" id="{F1869A4B-0D9C-6FE8-4AB6-F108CB378C82}"/>
              </a:ext>
            </a:extLst>
          </p:cNvPr>
          <p:cNvSpPr txBox="1"/>
          <p:nvPr/>
        </p:nvSpPr>
        <p:spPr>
          <a:xfrm>
            <a:off x="8238551" y="5730444"/>
            <a:ext cx="2425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Resulting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subset</a:t>
            </a:r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747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33673-4CDB-2C1B-B7EC-795B55F75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 descr="Base de datos con relleno sólido">
            <a:extLst>
              <a:ext uri="{FF2B5EF4-FFF2-40B4-BE49-F238E27FC236}">
                <a16:creationId xmlns:a16="http://schemas.microsoft.com/office/drawing/2014/main" id="{91853062-A4BB-09AD-EA4A-E21DDA1691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3435" y="570628"/>
            <a:ext cx="914400" cy="9144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B65ED3F-B3CE-BE5B-6F6E-B1AE64992642}"/>
              </a:ext>
            </a:extLst>
          </p:cNvPr>
          <p:cNvSpPr txBox="1"/>
          <p:nvPr/>
        </p:nvSpPr>
        <p:spPr>
          <a:xfrm>
            <a:off x="1505681" y="725827"/>
            <a:ext cx="11109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Datos de entrada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6F04BB6C-B28F-CB57-428A-43CEC4853AC8}"/>
              </a:ext>
            </a:extLst>
          </p:cNvPr>
          <p:cNvCxnSpPr>
            <a:cxnSpLocks/>
          </p:cNvCxnSpPr>
          <p:nvPr/>
        </p:nvCxnSpPr>
        <p:spPr>
          <a:xfrm>
            <a:off x="1314595" y="1485028"/>
            <a:ext cx="0" cy="8393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" name="Gráfico 9" descr="Base de datos con relleno sólido">
            <a:extLst>
              <a:ext uri="{FF2B5EF4-FFF2-40B4-BE49-F238E27FC236}">
                <a16:creationId xmlns:a16="http://schemas.microsoft.com/office/drawing/2014/main" id="{672C361B-981D-2D3C-84D6-9B140BE834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0736" y="5059769"/>
            <a:ext cx="1341351" cy="1341351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E4716E94-7A12-2431-2E02-266F163BD0DF}"/>
              </a:ext>
            </a:extLst>
          </p:cNvPr>
          <p:cNvSpPr txBox="1"/>
          <p:nvPr/>
        </p:nvSpPr>
        <p:spPr>
          <a:xfrm>
            <a:off x="5558095" y="5385188"/>
            <a:ext cx="16159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Expand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es-MX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(Pol </a:t>
            </a: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degree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2 )</a:t>
            </a:r>
          </a:p>
        </p:txBody>
      </p:sp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A41AEE6E-5121-AD86-A95A-2F1B98BC669F}"/>
              </a:ext>
            </a:extLst>
          </p:cNvPr>
          <p:cNvGraphicFramePr>
            <a:graphicFrameLocks noGrp="1"/>
          </p:cNvGraphicFramePr>
          <p:nvPr/>
        </p:nvGraphicFramePr>
        <p:xfrm>
          <a:off x="590695" y="2801980"/>
          <a:ext cx="1447800" cy="19685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103742498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21487282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4080147711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4685063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588986059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974173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BF9837CF-B2F3-8C02-D658-FA0628DB5C6E}"/>
              </a:ext>
            </a:extLst>
          </p:cNvPr>
          <p:cNvGraphicFramePr>
            <a:graphicFrameLocks noGrp="1"/>
          </p:cNvGraphicFramePr>
          <p:nvPr/>
        </p:nvGraphicFramePr>
        <p:xfrm>
          <a:off x="590695" y="3085028"/>
          <a:ext cx="1447800" cy="19685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3059960676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3620002225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4243028429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1858738787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3224407003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63266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67FA21D9-F033-C092-BE5E-306180956391}"/>
              </a:ext>
            </a:extLst>
          </p:cNvPr>
          <p:cNvGraphicFramePr>
            <a:graphicFrameLocks noGrp="1"/>
          </p:cNvGraphicFramePr>
          <p:nvPr/>
        </p:nvGraphicFramePr>
        <p:xfrm>
          <a:off x="590695" y="3368076"/>
          <a:ext cx="1447800" cy="19685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1489457060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4027577938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674620412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887693683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613474748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349231"/>
                  </a:ext>
                </a:extLst>
              </a:tr>
            </a:tbl>
          </a:graphicData>
        </a:graphic>
      </p:graphicFrame>
      <p:sp>
        <p:nvSpPr>
          <p:cNvPr id="23" name="CuadroTexto 22">
            <a:extLst>
              <a:ext uri="{FF2B5EF4-FFF2-40B4-BE49-F238E27FC236}">
                <a16:creationId xmlns:a16="http://schemas.microsoft.com/office/drawing/2014/main" id="{1C7800DD-6454-5C9D-7822-3D28CA203281}"/>
              </a:ext>
            </a:extLst>
          </p:cNvPr>
          <p:cNvSpPr txBox="1"/>
          <p:nvPr/>
        </p:nvSpPr>
        <p:spPr>
          <a:xfrm>
            <a:off x="825984" y="2208534"/>
            <a:ext cx="9772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547683A8-B340-67BE-D2D9-9CAA840C3D83}"/>
              </a:ext>
            </a:extLst>
          </p:cNvPr>
          <p:cNvCxnSpPr>
            <a:cxnSpLocks/>
          </p:cNvCxnSpPr>
          <p:nvPr/>
        </p:nvCxnSpPr>
        <p:spPr>
          <a:xfrm>
            <a:off x="1300635" y="3667810"/>
            <a:ext cx="0" cy="8393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CA3B0D9F-4EDE-A972-2699-E6E117C16C3D}"/>
              </a:ext>
            </a:extLst>
          </p:cNvPr>
          <p:cNvSpPr txBox="1"/>
          <p:nvPr/>
        </p:nvSpPr>
        <p:spPr>
          <a:xfrm>
            <a:off x="223366" y="4591348"/>
            <a:ext cx="2425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Evaluate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subset</a:t>
            </a:r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9" name="Tabla 28">
            <a:extLst>
              <a:ext uri="{FF2B5EF4-FFF2-40B4-BE49-F238E27FC236}">
                <a16:creationId xmlns:a16="http://schemas.microsoft.com/office/drawing/2014/main" id="{9D9366C2-2DA8-9867-CC88-8DD38DF4125F}"/>
              </a:ext>
            </a:extLst>
          </p:cNvPr>
          <p:cNvGraphicFramePr>
            <a:graphicFrameLocks noGrp="1"/>
          </p:cNvGraphicFramePr>
          <p:nvPr/>
        </p:nvGraphicFramePr>
        <p:xfrm>
          <a:off x="576735" y="5533595"/>
          <a:ext cx="1447800" cy="19685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103742498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21487282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4080147711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4685063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588986059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974173"/>
                  </a:ext>
                </a:extLst>
              </a:tr>
            </a:tbl>
          </a:graphicData>
        </a:graphic>
      </p:graphicFrame>
      <p:graphicFrame>
        <p:nvGraphicFramePr>
          <p:cNvPr id="30" name="Tabla 29">
            <a:extLst>
              <a:ext uri="{FF2B5EF4-FFF2-40B4-BE49-F238E27FC236}">
                <a16:creationId xmlns:a16="http://schemas.microsoft.com/office/drawing/2014/main" id="{70F9CED3-AF18-5472-FB15-34D2B05C0575}"/>
              </a:ext>
            </a:extLst>
          </p:cNvPr>
          <p:cNvGraphicFramePr>
            <a:graphicFrameLocks noGrp="1"/>
          </p:cNvGraphicFramePr>
          <p:nvPr/>
        </p:nvGraphicFramePr>
        <p:xfrm>
          <a:off x="576735" y="5009849"/>
          <a:ext cx="1447800" cy="19685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3059960676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3620002225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4243028429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1858738787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3224407003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63266"/>
                  </a:ext>
                </a:extLst>
              </a:tr>
            </a:tbl>
          </a:graphicData>
        </a:graphic>
      </p:graphicFrame>
      <p:graphicFrame>
        <p:nvGraphicFramePr>
          <p:cNvPr id="31" name="Tabla 30">
            <a:extLst>
              <a:ext uri="{FF2B5EF4-FFF2-40B4-BE49-F238E27FC236}">
                <a16:creationId xmlns:a16="http://schemas.microsoft.com/office/drawing/2014/main" id="{EF178087-2762-A4C8-1414-6618935DDE6E}"/>
              </a:ext>
            </a:extLst>
          </p:cNvPr>
          <p:cNvGraphicFramePr>
            <a:graphicFrameLocks noGrp="1"/>
          </p:cNvGraphicFramePr>
          <p:nvPr/>
        </p:nvGraphicFramePr>
        <p:xfrm>
          <a:off x="576735" y="5274547"/>
          <a:ext cx="1447800" cy="19685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1489457060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4027577938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674620412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887693683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613474748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349231"/>
                  </a:ext>
                </a:extLst>
              </a:tr>
            </a:tbl>
          </a:graphicData>
        </a:graphic>
      </p:graphicFrame>
      <p:sp>
        <p:nvSpPr>
          <p:cNvPr id="32" name="CuadroTexto 31">
            <a:extLst>
              <a:ext uri="{FF2B5EF4-FFF2-40B4-BE49-F238E27FC236}">
                <a16:creationId xmlns:a16="http://schemas.microsoft.com/office/drawing/2014/main" id="{F8A59EFF-BE13-C7D2-7243-BC6062932FC6}"/>
              </a:ext>
            </a:extLst>
          </p:cNvPr>
          <p:cNvSpPr txBox="1"/>
          <p:nvPr/>
        </p:nvSpPr>
        <p:spPr>
          <a:xfrm>
            <a:off x="1863700" y="4938795"/>
            <a:ext cx="977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b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b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</a:p>
        </p:txBody>
      </p:sp>
      <p:grpSp>
        <p:nvGrpSpPr>
          <p:cNvPr id="58" name="Grupo 57">
            <a:extLst>
              <a:ext uri="{FF2B5EF4-FFF2-40B4-BE49-F238E27FC236}">
                <a16:creationId xmlns:a16="http://schemas.microsoft.com/office/drawing/2014/main" id="{FDB840E4-F9DF-3D27-54B5-707C9A34FFD3}"/>
              </a:ext>
            </a:extLst>
          </p:cNvPr>
          <p:cNvGrpSpPr/>
          <p:nvPr/>
        </p:nvGrpSpPr>
        <p:grpSpPr>
          <a:xfrm>
            <a:off x="2568702" y="830637"/>
            <a:ext cx="803135" cy="4612135"/>
            <a:chOff x="2840921" y="760837"/>
            <a:chExt cx="1340190" cy="4612135"/>
          </a:xfrm>
        </p:grpSpPr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7A0BB3BA-C467-BBF4-2FDB-BF65BBE4EB3F}"/>
                </a:ext>
              </a:extLst>
            </p:cNvPr>
            <p:cNvCxnSpPr>
              <a:stCxn id="32" idx="3"/>
            </p:cNvCxnSpPr>
            <p:nvPr/>
          </p:nvCxnSpPr>
          <p:spPr>
            <a:xfrm flipV="1">
              <a:off x="2840921" y="5354292"/>
              <a:ext cx="72000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C733822C-1D0E-9B82-F95E-A1092603B8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80818" y="760837"/>
              <a:ext cx="0" cy="4612135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Conector recto de flecha 42">
              <a:extLst>
                <a:ext uri="{FF2B5EF4-FFF2-40B4-BE49-F238E27FC236}">
                  <a16:creationId xmlns:a16="http://schemas.microsoft.com/office/drawing/2014/main" id="{CDF5696D-D328-A635-908C-B8509D63801F}"/>
                </a:ext>
              </a:extLst>
            </p:cNvPr>
            <p:cNvCxnSpPr/>
            <p:nvPr/>
          </p:nvCxnSpPr>
          <p:spPr>
            <a:xfrm>
              <a:off x="3580818" y="760837"/>
              <a:ext cx="60029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46" name="Tabla 45">
            <a:extLst>
              <a:ext uri="{FF2B5EF4-FFF2-40B4-BE49-F238E27FC236}">
                <a16:creationId xmlns:a16="http://schemas.microsoft.com/office/drawing/2014/main" id="{1175325D-EC2A-7B71-7D1C-36070E49C9A6}"/>
              </a:ext>
            </a:extLst>
          </p:cNvPr>
          <p:cNvGraphicFramePr>
            <a:graphicFrameLocks noGrp="1"/>
          </p:cNvGraphicFramePr>
          <p:nvPr/>
        </p:nvGraphicFramePr>
        <p:xfrm>
          <a:off x="4072635" y="1027827"/>
          <a:ext cx="1447800" cy="19685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3342806943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793580338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3719899148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4162467813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704410978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57816"/>
                  </a:ext>
                </a:extLst>
              </a:tr>
            </a:tbl>
          </a:graphicData>
        </a:graphic>
      </p:graphicFrame>
      <p:graphicFrame>
        <p:nvGraphicFramePr>
          <p:cNvPr id="50" name="Tabla 49">
            <a:extLst>
              <a:ext uri="{FF2B5EF4-FFF2-40B4-BE49-F238E27FC236}">
                <a16:creationId xmlns:a16="http://schemas.microsoft.com/office/drawing/2014/main" id="{16FA464B-3676-9BD0-1766-42136E7A0399}"/>
              </a:ext>
            </a:extLst>
          </p:cNvPr>
          <p:cNvGraphicFramePr>
            <a:graphicFrameLocks noGrp="1"/>
          </p:cNvGraphicFramePr>
          <p:nvPr/>
        </p:nvGraphicFramePr>
        <p:xfrm>
          <a:off x="4072635" y="760837"/>
          <a:ext cx="1447800" cy="19685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800901182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840161408"/>
                    </a:ext>
                  </a:extLst>
                </a:gridCol>
                <a:gridCol w="207756">
                  <a:extLst>
                    <a:ext uri="{9D8B030D-6E8A-4147-A177-3AD203B41FA5}">
                      <a16:colId xmlns:a16="http://schemas.microsoft.com/office/drawing/2014/main" val="616389438"/>
                    </a:ext>
                  </a:extLst>
                </a:gridCol>
                <a:gridCol w="338344">
                  <a:extLst>
                    <a:ext uri="{9D8B030D-6E8A-4147-A177-3AD203B41FA5}">
                      <a16:colId xmlns:a16="http://schemas.microsoft.com/office/drawing/2014/main" val="3119865499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1213129024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9668998"/>
                  </a:ext>
                </a:extLst>
              </a:tr>
            </a:tbl>
          </a:graphicData>
        </a:graphic>
      </p:graphicFrame>
      <p:graphicFrame>
        <p:nvGraphicFramePr>
          <p:cNvPr id="54" name="Tabla 53">
            <a:extLst>
              <a:ext uri="{FF2B5EF4-FFF2-40B4-BE49-F238E27FC236}">
                <a16:creationId xmlns:a16="http://schemas.microsoft.com/office/drawing/2014/main" id="{24472620-F74E-98B1-FC93-7DB545446C26}"/>
              </a:ext>
            </a:extLst>
          </p:cNvPr>
          <p:cNvGraphicFramePr>
            <a:graphicFrameLocks noGrp="1"/>
          </p:cNvGraphicFramePr>
          <p:nvPr/>
        </p:nvGraphicFramePr>
        <p:xfrm>
          <a:off x="4070049" y="1294817"/>
          <a:ext cx="1447800" cy="19685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121877555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4293541364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535055909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464261806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1007151195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582972"/>
                  </a:ext>
                </a:extLst>
              </a:tr>
            </a:tbl>
          </a:graphicData>
        </a:graphic>
      </p:graphicFrame>
      <p:sp>
        <p:nvSpPr>
          <p:cNvPr id="55" name="CuadroTexto 54">
            <a:extLst>
              <a:ext uri="{FF2B5EF4-FFF2-40B4-BE49-F238E27FC236}">
                <a16:creationId xmlns:a16="http://schemas.microsoft.com/office/drawing/2014/main" id="{41FE5528-95FE-12AC-55FB-572E664A476B}"/>
              </a:ext>
            </a:extLst>
          </p:cNvPr>
          <p:cNvSpPr txBox="1"/>
          <p:nvPr/>
        </p:nvSpPr>
        <p:spPr>
          <a:xfrm>
            <a:off x="5483207" y="691240"/>
            <a:ext cx="977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b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b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568F1B8E-D978-C6A7-F957-8705964E926A}"/>
              </a:ext>
            </a:extLst>
          </p:cNvPr>
          <p:cNvSpPr/>
          <p:nvPr/>
        </p:nvSpPr>
        <p:spPr>
          <a:xfrm>
            <a:off x="4013588" y="570628"/>
            <a:ext cx="2403725" cy="11953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7" name="Flecha: curvada hacia la derecha 56">
            <a:extLst>
              <a:ext uri="{FF2B5EF4-FFF2-40B4-BE49-F238E27FC236}">
                <a16:creationId xmlns:a16="http://schemas.microsoft.com/office/drawing/2014/main" id="{D4985A18-E8BF-7CCA-B0A1-3CE82EF04718}"/>
              </a:ext>
            </a:extLst>
          </p:cNvPr>
          <p:cNvSpPr/>
          <p:nvPr/>
        </p:nvSpPr>
        <p:spPr>
          <a:xfrm>
            <a:off x="3462710" y="570628"/>
            <a:ext cx="516241" cy="1125011"/>
          </a:xfrm>
          <a:prstGeom prst="curved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59" name="Flecha: curvada hacia la derecha 58">
            <a:extLst>
              <a:ext uri="{FF2B5EF4-FFF2-40B4-BE49-F238E27FC236}">
                <a16:creationId xmlns:a16="http://schemas.microsoft.com/office/drawing/2014/main" id="{27E571A3-925C-6741-6D91-9B2F45F732C4}"/>
              </a:ext>
            </a:extLst>
          </p:cNvPr>
          <p:cNvSpPr/>
          <p:nvPr/>
        </p:nvSpPr>
        <p:spPr>
          <a:xfrm rot="10800000">
            <a:off x="6493444" y="563746"/>
            <a:ext cx="516241" cy="1125011"/>
          </a:xfrm>
          <a:prstGeom prst="curved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2CB207AF-A400-9091-BEBF-B71D51D5C302}"/>
              </a:ext>
            </a:extLst>
          </p:cNvPr>
          <p:cNvSpPr txBox="1"/>
          <p:nvPr/>
        </p:nvSpPr>
        <p:spPr>
          <a:xfrm>
            <a:off x="3931249" y="182066"/>
            <a:ext cx="2763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0" i="0" dirty="0">
                <a:solidFill>
                  <a:srgbClr val="292929"/>
                </a:solidFill>
                <a:effectLst/>
                <a:latin typeface="Roboto" panose="020F0502020204030204" pitchFamily="2" charset="0"/>
              </a:rPr>
              <a:t>recombine and </a:t>
            </a:r>
            <a:r>
              <a:rPr lang="es-MX" b="0" i="0" dirty="0" err="1">
                <a:solidFill>
                  <a:srgbClr val="292929"/>
                </a:solidFill>
                <a:effectLst/>
                <a:latin typeface="Roboto" panose="020F0502020204030204" pitchFamily="2" charset="0"/>
              </a:rPr>
              <a:t>evaluate</a:t>
            </a:r>
            <a:endParaRPr lang="es-MX" dirty="0"/>
          </a:p>
        </p:txBody>
      </p: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139387C2-0809-6581-75B0-A2C0E102294E}"/>
              </a:ext>
            </a:extLst>
          </p:cNvPr>
          <p:cNvCxnSpPr>
            <a:cxnSpLocks/>
          </p:cNvCxnSpPr>
          <p:nvPr/>
        </p:nvCxnSpPr>
        <p:spPr>
          <a:xfrm>
            <a:off x="5313064" y="1846833"/>
            <a:ext cx="0" cy="8393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66" name="Tabla 65">
            <a:extLst>
              <a:ext uri="{FF2B5EF4-FFF2-40B4-BE49-F238E27FC236}">
                <a16:creationId xmlns:a16="http://schemas.microsoft.com/office/drawing/2014/main" id="{971F5977-8302-C2E8-C871-482F97AB1F2A}"/>
              </a:ext>
            </a:extLst>
          </p:cNvPr>
          <p:cNvGraphicFramePr>
            <a:graphicFrameLocks noGrp="1"/>
          </p:cNvGraphicFramePr>
          <p:nvPr/>
        </p:nvGraphicFramePr>
        <p:xfrm>
          <a:off x="4589164" y="2903725"/>
          <a:ext cx="1447800" cy="19685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2997249743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896464324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1382112264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3676697476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757932007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6648020"/>
                  </a:ext>
                </a:extLst>
              </a:tr>
            </a:tbl>
          </a:graphicData>
        </a:graphic>
      </p:graphicFrame>
      <p:sp>
        <p:nvSpPr>
          <p:cNvPr id="67" name="CuadroTexto 66">
            <a:extLst>
              <a:ext uri="{FF2B5EF4-FFF2-40B4-BE49-F238E27FC236}">
                <a16:creationId xmlns:a16="http://schemas.microsoft.com/office/drawing/2014/main" id="{46A212E7-52C7-07FA-704A-6A7F90927BDF}"/>
              </a:ext>
            </a:extLst>
          </p:cNvPr>
          <p:cNvSpPr txBox="1"/>
          <p:nvPr/>
        </p:nvSpPr>
        <p:spPr>
          <a:xfrm>
            <a:off x="4120333" y="2566599"/>
            <a:ext cx="2425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Resulting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subset</a:t>
            </a:r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8" name="Conector recto de flecha 67">
            <a:extLst>
              <a:ext uri="{FF2B5EF4-FFF2-40B4-BE49-F238E27FC236}">
                <a16:creationId xmlns:a16="http://schemas.microsoft.com/office/drawing/2014/main" id="{5BF9BD12-FE3C-2D09-3D15-F5700B3E1898}"/>
              </a:ext>
            </a:extLst>
          </p:cNvPr>
          <p:cNvCxnSpPr>
            <a:cxnSpLocks/>
          </p:cNvCxnSpPr>
          <p:nvPr/>
        </p:nvCxnSpPr>
        <p:spPr>
          <a:xfrm>
            <a:off x="5299102" y="3176244"/>
            <a:ext cx="0" cy="4915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0" name="Gráfico 69" descr="Base de datos con relleno sólido">
            <a:extLst>
              <a:ext uri="{FF2B5EF4-FFF2-40B4-BE49-F238E27FC236}">
                <a16:creationId xmlns:a16="http://schemas.microsoft.com/office/drawing/2014/main" id="{717DF368-AC5A-45B9-F3ED-48895DA447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0108" y="3996742"/>
            <a:ext cx="517987" cy="517987"/>
          </a:xfrm>
          <a:prstGeom prst="rect">
            <a:avLst/>
          </a:prstGeom>
        </p:spPr>
      </p:pic>
      <p:sp>
        <p:nvSpPr>
          <p:cNvPr id="71" name="CuadroTexto 70">
            <a:extLst>
              <a:ext uri="{FF2B5EF4-FFF2-40B4-BE49-F238E27FC236}">
                <a16:creationId xmlns:a16="http://schemas.microsoft.com/office/drawing/2014/main" id="{CF7F8B98-61E7-1D63-9C4F-73684E7106F8}"/>
              </a:ext>
            </a:extLst>
          </p:cNvPr>
          <p:cNvSpPr txBox="1"/>
          <p:nvPr/>
        </p:nvSpPr>
        <p:spPr>
          <a:xfrm>
            <a:off x="4120333" y="3622986"/>
            <a:ext cx="2425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Trim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2" name="Conector recto de flecha 71">
            <a:extLst>
              <a:ext uri="{FF2B5EF4-FFF2-40B4-BE49-F238E27FC236}">
                <a16:creationId xmlns:a16="http://schemas.microsoft.com/office/drawing/2014/main" id="{C07625EC-38C5-9DF2-DF71-CAADD572A90F}"/>
              </a:ext>
            </a:extLst>
          </p:cNvPr>
          <p:cNvCxnSpPr>
            <a:cxnSpLocks/>
          </p:cNvCxnSpPr>
          <p:nvPr/>
        </p:nvCxnSpPr>
        <p:spPr>
          <a:xfrm>
            <a:off x="5299101" y="4591348"/>
            <a:ext cx="0" cy="4915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3" name="Grupo 72">
            <a:extLst>
              <a:ext uri="{FF2B5EF4-FFF2-40B4-BE49-F238E27FC236}">
                <a16:creationId xmlns:a16="http://schemas.microsoft.com/office/drawing/2014/main" id="{E9FCE1A4-C28D-1059-0DB9-4356F89F9D94}"/>
              </a:ext>
            </a:extLst>
          </p:cNvPr>
          <p:cNvGrpSpPr/>
          <p:nvPr/>
        </p:nvGrpSpPr>
        <p:grpSpPr>
          <a:xfrm>
            <a:off x="7020294" y="1027827"/>
            <a:ext cx="1151722" cy="4612135"/>
            <a:chOff x="2840921" y="760837"/>
            <a:chExt cx="1340190" cy="4612135"/>
          </a:xfrm>
        </p:grpSpPr>
        <p:cxnSp>
          <p:nvCxnSpPr>
            <p:cNvPr id="74" name="Conector recto 73">
              <a:extLst>
                <a:ext uri="{FF2B5EF4-FFF2-40B4-BE49-F238E27FC236}">
                  <a16:creationId xmlns:a16="http://schemas.microsoft.com/office/drawing/2014/main" id="{F10584F9-7948-9EFB-4464-BF9A742CA93D}"/>
                </a:ext>
              </a:extLst>
            </p:cNvPr>
            <p:cNvCxnSpPr/>
            <p:nvPr/>
          </p:nvCxnSpPr>
          <p:spPr>
            <a:xfrm flipV="1">
              <a:off x="2840921" y="5354292"/>
              <a:ext cx="72000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Conector recto 74">
              <a:extLst>
                <a:ext uri="{FF2B5EF4-FFF2-40B4-BE49-F238E27FC236}">
                  <a16:creationId xmlns:a16="http://schemas.microsoft.com/office/drawing/2014/main" id="{24A83F14-ABE6-25A1-CECC-F118D9D493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80818" y="760837"/>
              <a:ext cx="0" cy="4612135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Conector recto de flecha 75">
              <a:extLst>
                <a:ext uri="{FF2B5EF4-FFF2-40B4-BE49-F238E27FC236}">
                  <a16:creationId xmlns:a16="http://schemas.microsoft.com/office/drawing/2014/main" id="{C0D330BF-2B47-665E-467E-886A39AEAF25}"/>
                </a:ext>
              </a:extLst>
            </p:cNvPr>
            <p:cNvCxnSpPr/>
            <p:nvPr/>
          </p:nvCxnSpPr>
          <p:spPr>
            <a:xfrm>
              <a:off x="3580818" y="760837"/>
              <a:ext cx="60029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7" name="CuadroTexto 76">
            <a:extLst>
              <a:ext uri="{FF2B5EF4-FFF2-40B4-BE49-F238E27FC236}">
                <a16:creationId xmlns:a16="http://schemas.microsoft.com/office/drawing/2014/main" id="{FAFDEFA7-00D3-DA28-041A-299189FEF4AD}"/>
              </a:ext>
            </a:extLst>
          </p:cNvPr>
          <p:cNvSpPr txBox="1"/>
          <p:nvPr/>
        </p:nvSpPr>
        <p:spPr>
          <a:xfrm>
            <a:off x="8758713" y="381496"/>
            <a:ext cx="9772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</a:p>
        </p:txBody>
      </p:sp>
      <p:graphicFrame>
        <p:nvGraphicFramePr>
          <p:cNvPr id="79" name="Tabla 78">
            <a:extLst>
              <a:ext uri="{FF2B5EF4-FFF2-40B4-BE49-F238E27FC236}">
                <a16:creationId xmlns:a16="http://schemas.microsoft.com/office/drawing/2014/main" id="{BE9B4439-EDDE-84ED-F5A5-DBEA4E56EA29}"/>
              </a:ext>
            </a:extLst>
          </p:cNvPr>
          <p:cNvGraphicFramePr>
            <a:graphicFrameLocks noGrp="1"/>
          </p:cNvGraphicFramePr>
          <p:nvPr/>
        </p:nvGraphicFramePr>
        <p:xfrm>
          <a:off x="8345597" y="1126252"/>
          <a:ext cx="1676400" cy="19685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3880020756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1371970374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642008282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1871360675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433535987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3884518287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370818"/>
                  </a:ext>
                </a:extLst>
              </a:tr>
            </a:tbl>
          </a:graphicData>
        </a:graphic>
      </p:graphicFrame>
      <p:graphicFrame>
        <p:nvGraphicFramePr>
          <p:cNvPr id="81" name="Tabla 80">
            <a:extLst>
              <a:ext uri="{FF2B5EF4-FFF2-40B4-BE49-F238E27FC236}">
                <a16:creationId xmlns:a16="http://schemas.microsoft.com/office/drawing/2014/main" id="{D0C81FFA-2FDF-E765-34EC-A69CE7AD2C48}"/>
              </a:ext>
            </a:extLst>
          </p:cNvPr>
          <p:cNvGraphicFramePr>
            <a:graphicFrameLocks noGrp="1"/>
          </p:cNvGraphicFramePr>
          <p:nvPr/>
        </p:nvGraphicFramePr>
        <p:xfrm>
          <a:off x="8348361" y="1393242"/>
          <a:ext cx="1676400" cy="19685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183490623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1328565703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471203233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3206093518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690883849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1402127983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364807"/>
                  </a:ext>
                </a:extLst>
              </a:tr>
            </a:tbl>
          </a:graphicData>
        </a:graphic>
      </p:graphicFrame>
      <p:graphicFrame>
        <p:nvGraphicFramePr>
          <p:cNvPr id="83" name="Tabla 82">
            <a:extLst>
              <a:ext uri="{FF2B5EF4-FFF2-40B4-BE49-F238E27FC236}">
                <a16:creationId xmlns:a16="http://schemas.microsoft.com/office/drawing/2014/main" id="{00EA59A0-FFA5-7C1F-E6F8-672094CB3B42}"/>
              </a:ext>
            </a:extLst>
          </p:cNvPr>
          <p:cNvGraphicFramePr>
            <a:graphicFrameLocks noGrp="1"/>
          </p:cNvGraphicFramePr>
          <p:nvPr/>
        </p:nvGraphicFramePr>
        <p:xfrm>
          <a:off x="8345597" y="1660232"/>
          <a:ext cx="1676400" cy="19685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1682708994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849351323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771827783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646583940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3495911582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1575340962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337223"/>
                  </a:ext>
                </a:extLst>
              </a:tr>
            </a:tbl>
          </a:graphicData>
        </a:graphic>
      </p:graphicFrame>
      <p:sp>
        <p:nvSpPr>
          <p:cNvPr id="84" name="CuadroTexto 83">
            <a:extLst>
              <a:ext uri="{FF2B5EF4-FFF2-40B4-BE49-F238E27FC236}">
                <a16:creationId xmlns:a16="http://schemas.microsoft.com/office/drawing/2014/main" id="{ADAD4F47-5D89-072A-B839-E23D92BF7EB3}"/>
              </a:ext>
            </a:extLst>
          </p:cNvPr>
          <p:cNvSpPr txBox="1"/>
          <p:nvPr/>
        </p:nvSpPr>
        <p:spPr>
          <a:xfrm>
            <a:off x="8195206" y="2347033"/>
            <a:ext cx="2425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Evaluate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subset</a:t>
            </a:r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5" name="Conector recto de flecha 84">
            <a:extLst>
              <a:ext uri="{FF2B5EF4-FFF2-40B4-BE49-F238E27FC236}">
                <a16:creationId xmlns:a16="http://schemas.microsoft.com/office/drawing/2014/main" id="{6B17B9C6-1FFC-1E77-D3E2-DB5074989A96}"/>
              </a:ext>
            </a:extLst>
          </p:cNvPr>
          <p:cNvCxnSpPr>
            <a:cxnSpLocks/>
          </p:cNvCxnSpPr>
          <p:nvPr/>
        </p:nvCxnSpPr>
        <p:spPr>
          <a:xfrm>
            <a:off x="9351327" y="1935539"/>
            <a:ext cx="0" cy="4586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87" name="Tabla 86">
            <a:extLst>
              <a:ext uri="{FF2B5EF4-FFF2-40B4-BE49-F238E27FC236}">
                <a16:creationId xmlns:a16="http://schemas.microsoft.com/office/drawing/2014/main" id="{8471425D-9E46-ABF0-E2F7-56A322225FB2}"/>
              </a:ext>
            </a:extLst>
          </p:cNvPr>
          <p:cNvGraphicFramePr>
            <a:graphicFrameLocks noGrp="1"/>
          </p:cNvGraphicFramePr>
          <p:nvPr/>
        </p:nvGraphicFramePr>
        <p:xfrm>
          <a:off x="8444393" y="2739081"/>
          <a:ext cx="1676400" cy="19685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3880020756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1371970374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642008282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1871360675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433535987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3884518287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370818"/>
                  </a:ext>
                </a:extLst>
              </a:tr>
            </a:tbl>
          </a:graphicData>
        </a:graphic>
      </p:graphicFrame>
      <p:graphicFrame>
        <p:nvGraphicFramePr>
          <p:cNvPr id="88" name="Tabla 87">
            <a:extLst>
              <a:ext uri="{FF2B5EF4-FFF2-40B4-BE49-F238E27FC236}">
                <a16:creationId xmlns:a16="http://schemas.microsoft.com/office/drawing/2014/main" id="{C78F0AD0-F3F4-41EF-EB18-E449E900A94A}"/>
              </a:ext>
            </a:extLst>
          </p:cNvPr>
          <p:cNvGraphicFramePr>
            <a:graphicFrameLocks noGrp="1"/>
          </p:cNvGraphicFramePr>
          <p:nvPr/>
        </p:nvGraphicFramePr>
        <p:xfrm>
          <a:off x="8461117" y="3006071"/>
          <a:ext cx="1676400" cy="19685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183490623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1328565703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471203233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3206093518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690883849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1402127983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364807"/>
                  </a:ext>
                </a:extLst>
              </a:tr>
            </a:tbl>
          </a:graphicData>
        </a:graphic>
      </p:graphicFrame>
      <p:graphicFrame>
        <p:nvGraphicFramePr>
          <p:cNvPr id="89" name="Tabla 88">
            <a:extLst>
              <a:ext uri="{FF2B5EF4-FFF2-40B4-BE49-F238E27FC236}">
                <a16:creationId xmlns:a16="http://schemas.microsoft.com/office/drawing/2014/main" id="{0715314B-0388-AF24-F6C2-9E6A317BB041}"/>
              </a:ext>
            </a:extLst>
          </p:cNvPr>
          <p:cNvGraphicFramePr>
            <a:graphicFrameLocks noGrp="1"/>
          </p:cNvGraphicFramePr>
          <p:nvPr/>
        </p:nvGraphicFramePr>
        <p:xfrm>
          <a:off x="8479294" y="3273061"/>
          <a:ext cx="1676400" cy="19685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1682708994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849351323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771827783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646583940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3495911582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1575340962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337223"/>
                  </a:ext>
                </a:extLst>
              </a:tr>
            </a:tbl>
          </a:graphicData>
        </a:graphic>
      </p:graphicFrame>
      <p:sp>
        <p:nvSpPr>
          <p:cNvPr id="90" name="CuadroTexto 89">
            <a:extLst>
              <a:ext uri="{FF2B5EF4-FFF2-40B4-BE49-F238E27FC236}">
                <a16:creationId xmlns:a16="http://schemas.microsoft.com/office/drawing/2014/main" id="{9A87FEF8-0DC9-119F-7784-9530A96204FC}"/>
              </a:ext>
            </a:extLst>
          </p:cNvPr>
          <p:cNvSpPr txBox="1"/>
          <p:nvPr/>
        </p:nvSpPr>
        <p:spPr>
          <a:xfrm>
            <a:off x="9987708" y="2655379"/>
            <a:ext cx="977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b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b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</a:p>
        </p:txBody>
      </p:sp>
      <p:cxnSp>
        <p:nvCxnSpPr>
          <p:cNvPr id="91" name="Conector recto de flecha 90">
            <a:extLst>
              <a:ext uri="{FF2B5EF4-FFF2-40B4-BE49-F238E27FC236}">
                <a16:creationId xmlns:a16="http://schemas.microsoft.com/office/drawing/2014/main" id="{2F0E018E-7CA6-8C4B-453F-41612CDB5750}"/>
              </a:ext>
            </a:extLst>
          </p:cNvPr>
          <p:cNvCxnSpPr>
            <a:cxnSpLocks/>
          </p:cNvCxnSpPr>
          <p:nvPr/>
        </p:nvCxnSpPr>
        <p:spPr>
          <a:xfrm>
            <a:off x="9351327" y="3533665"/>
            <a:ext cx="0" cy="4586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2" name="Rectángulo 91">
            <a:extLst>
              <a:ext uri="{FF2B5EF4-FFF2-40B4-BE49-F238E27FC236}">
                <a16:creationId xmlns:a16="http://schemas.microsoft.com/office/drawing/2014/main" id="{81B7DBE7-E4C5-3734-5D39-0456BBE64320}"/>
              </a:ext>
            </a:extLst>
          </p:cNvPr>
          <p:cNvSpPr/>
          <p:nvPr/>
        </p:nvSpPr>
        <p:spPr>
          <a:xfrm>
            <a:off x="7988487" y="4303970"/>
            <a:ext cx="2763631" cy="1081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>
            <a:extLst>
              <a:ext uri="{FF2B5EF4-FFF2-40B4-BE49-F238E27FC236}">
                <a16:creationId xmlns:a16="http://schemas.microsoft.com/office/drawing/2014/main" id="{D13131C1-1575-5D66-C994-2997E1B26308}"/>
              </a:ext>
            </a:extLst>
          </p:cNvPr>
          <p:cNvSpPr txBox="1"/>
          <p:nvPr/>
        </p:nvSpPr>
        <p:spPr>
          <a:xfrm>
            <a:off x="8025900" y="3938033"/>
            <a:ext cx="2763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0" i="0" dirty="0">
                <a:solidFill>
                  <a:srgbClr val="292929"/>
                </a:solidFill>
                <a:effectLst/>
                <a:latin typeface="Roboto" panose="020F0502020204030204" pitchFamily="2" charset="0"/>
              </a:rPr>
              <a:t>recombine and </a:t>
            </a:r>
            <a:r>
              <a:rPr lang="es-MX" b="0" i="0" dirty="0" err="1">
                <a:solidFill>
                  <a:srgbClr val="292929"/>
                </a:solidFill>
                <a:effectLst/>
                <a:latin typeface="Roboto" panose="020F0502020204030204" pitchFamily="2" charset="0"/>
              </a:rPr>
              <a:t>evaluate</a:t>
            </a:r>
            <a:endParaRPr lang="es-MX" dirty="0"/>
          </a:p>
        </p:txBody>
      </p:sp>
      <p:graphicFrame>
        <p:nvGraphicFramePr>
          <p:cNvPr id="95" name="Tabla 94">
            <a:extLst>
              <a:ext uri="{FF2B5EF4-FFF2-40B4-BE49-F238E27FC236}">
                <a16:creationId xmlns:a16="http://schemas.microsoft.com/office/drawing/2014/main" id="{E0A3CCF2-9B7E-C7EC-BE36-2DB9F8A5692F}"/>
              </a:ext>
            </a:extLst>
          </p:cNvPr>
          <p:cNvGraphicFramePr>
            <a:graphicFrameLocks noGrp="1"/>
          </p:cNvGraphicFramePr>
          <p:nvPr/>
        </p:nvGraphicFramePr>
        <p:xfrm>
          <a:off x="8251707" y="4472013"/>
          <a:ext cx="1676400" cy="19685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3176098413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66140371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521424946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3814988077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214378061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3562056943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785899"/>
                  </a:ext>
                </a:extLst>
              </a:tr>
            </a:tbl>
          </a:graphicData>
        </a:graphic>
      </p:graphicFrame>
      <p:graphicFrame>
        <p:nvGraphicFramePr>
          <p:cNvPr id="97" name="Tabla 96">
            <a:extLst>
              <a:ext uri="{FF2B5EF4-FFF2-40B4-BE49-F238E27FC236}">
                <a16:creationId xmlns:a16="http://schemas.microsoft.com/office/drawing/2014/main" id="{1CF37DCC-6D96-670E-CD01-4155ADB6D187}"/>
              </a:ext>
            </a:extLst>
          </p:cNvPr>
          <p:cNvGraphicFramePr>
            <a:graphicFrameLocks noGrp="1"/>
          </p:cNvGraphicFramePr>
          <p:nvPr/>
        </p:nvGraphicFramePr>
        <p:xfrm>
          <a:off x="8242979" y="4763830"/>
          <a:ext cx="1676400" cy="19685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4257781995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1581303530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790585422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3249383739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790129325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652026934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953020"/>
                  </a:ext>
                </a:extLst>
              </a:tr>
            </a:tbl>
          </a:graphicData>
        </a:graphic>
      </p:graphicFrame>
      <p:graphicFrame>
        <p:nvGraphicFramePr>
          <p:cNvPr id="100" name="Tabla 99">
            <a:extLst>
              <a:ext uri="{FF2B5EF4-FFF2-40B4-BE49-F238E27FC236}">
                <a16:creationId xmlns:a16="http://schemas.microsoft.com/office/drawing/2014/main" id="{0425D5E6-8F55-AC1A-6CB4-E125F925F55D}"/>
              </a:ext>
            </a:extLst>
          </p:cNvPr>
          <p:cNvGraphicFramePr>
            <a:graphicFrameLocks noGrp="1"/>
          </p:cNvGraphicFramePr>
          <p:nvPr/>
        </p:nvGraphicFramePr>
        <p:xfrm>
          <a:off x="8249959" y="5055647"/>
          <a:ext cx="1676400" cy="19685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3286017618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1725888855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1847271462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84579422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3359454009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1021800278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802744"/>
                  </a:ext>
                </a:extLst>
              </a:tr>
            </a:tbl>
          </a:graphicData>
        </a:graphic>
      </p:graphicFrame>
      <p:sp>
        <p:nvSpPr>
          <p:cNvPr id="101" name="CuadroTexto 100">
            <a:extLst>
              <a:ext uri="{FF2B5EF4-FFF2-40B4-BE49-F238E27FC236}">
                <a16:creationId xmlns:a16="http://schemas.microsoft.com/office/drawing/2014/main" id="{E4173721-2BCF-D051-A7DC-DF31C4A7DBB2}"/>
              </a:ext>
            </a:extLst>
          </p:cNvPr>
          <p:cNvSpPr txBox="1"/>
          <p:nvPr/>
        </p:nvSpPr>
        <p:spPr>
          <a:xfrm>
            <a:off x="9894286" y="4421500"/>
            <a:ext cx="977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b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b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</a:p>
        </p:txBody>
      </p:sp>
      <p:sp>
        <p:nvSpPr>
          <p:cNvPr id="102" name="Flecha: curvada hacia la derecha 101">
            <a:extLst>
              <a:ext uri="{FF2B5EF4-FFF2-40B4-BE49-F238E27FC236}">
                <a16:creationId xmlns:a16="http://schemas.microsoft.com/office/drawing/2014/main" id="{CB757FB3-8234-68DC-9C42-EBCC14309AAF}"/>
              </a:ext>
            </a:extLst>
          </p:cNvPr>
          <p:cNvSpPr/>
          <p:nvPr/>
        </p:nvSpPr>
        <p:spPr>
          <a:xfrm>
            <a:off x="7693555" y="4274492"/>
            <a:ext cx="331608" cy="1125011"/>
          </a:xfrm>
          <a:prstGeom prst="curved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103" name="Flecha: curvada hacia la derecha 102">
            <a:extLst>
              <a:ext uri="{FF2B5EF4-FFF2-40B4-BE49-F238E27FC236}">
                <a16:creationId xmlns:a16="http://schemas.microsoft.com/office/drawing/2014/main" id="{0C3FF2CB-133F-5AE5-317D-5605E38CB598}"/>
              </a:ext>
            </a:extLst>
          </p:cNvPr>
          <p:cNvSpPr/>
          <p:nvPr/>
        </p:nvSpPr>
        <p:spPr>
          <a:xfrm rot="10800000">
            <a:off x="10789530" y="4263326"/>
            <a:ext cx="369758" cy="1125011"/>
          </a:xfrm>
          <a:prstGeom prst="curved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cxnSp>
        <p:nvCxnSpPr>
          <p:cNvPr id="104" name="Conector recto de flecha 103">
            <a:extLst>
              <a:ext uri="{FF2B5EF4-FFF2-40B4-BE49-F238E27FC236}">
                <a16:creationId xmlns:a16="http://schemas.microsoft.com/office/drawing/2014/main" id="{29D3CBB1-FA18-7BA8-C444-22F80AAA7DCF}"/>
              </a:ext>
            </a:extLst>
          </p:cNvPr>
          <p:cNvCxnSpPr>
            <a:cxnSpLocks/>
          </p:cNvCxnSpPr>
          <p:nvPr/>
        </p:nvCxnSpPr>
        <p:spPr>
          <a:xfrm>
            <a:off x="9370302" y="5424092"/>
            <a:ext cx="0" cy="4113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06" name="Tabla 105">
            <a:extLst>
              <a:ext uri="{FF2B5EF4-FFF2-40B4-BE49-F238E27FC236}">
                <a16:creationId xmlns:a16="http://schemas.microsoft.com/office/drawing/2014/main" id="{B369C3F8-8E0D-8FE2-1A72-AA16A998C3AD}"/>
              </a:ext>
            </a:extLst>
          </p:cNvPr>
          <p:cNvGraphicFramePr>
            <a:graphicFrameLocks noGrp="1"/>
          </p:cNvGraphicFramePr>
          <p:nvPr/>
        </p:nvGraphicFramePr>
        <p:xfrm>
          <a:off x="8569515" y="6091691"/>
          <a:ext cx="1676400" cy="19685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3286017618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1725888855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1847271462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84579422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3359454009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1021800278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802744"/>
                  </a:ext>
                </a:extLst>
              </a:tr>
            </a:tbl>
          </a:graphicData>
        </a:graphic>
      </p:graphicFrame>
      <p:sp>
        <p:nvSpPr>
          <p:cNvPr id="107" name="CuadroTexto 106">
            <a:extLst>
              <a:ext uri="{FF2B5EF4-FFF2-40B4-BE49-F238E27FC236}">
                <a16:creationId xmlns:a16="http://schemas.microsoft.com/office/drawing/2014/main" id="{B97097A5-459E-EF0F-D3FA-6BA6405A24C5}"/>
              </a:ext>
            </a:extLst>
          </p:cNvPr>
          <p:cNvSpPr txBox="1"/>
          <p:nvPr/>
        </p:nvSpPr>
        <p:spPr>
          <a:xfrm>
            <a:off x="8238551" y="5730444"/>
            <a:ext cx="2425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Resulting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subset</a:t>
            </a:r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0471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D28FA-9DC0-95C7-C8FC-B65E9C757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 descr="Base de datos con relleno sólido">
            <a:extLst>
              <a:ext uri="{FF2B5EF4-FFF2-40B4-BE49-F238E27FC236}">
                <a16:creationId xmlns:a16="http://schemas.microsoft.com/office/drawing/2014/main" id="{DADC8FBD-C805-C26D-6DC7-28D6A1425F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3435" y="570628"/>
            <a:ext cx="914400" cy="9144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9C415C3-3F70-DDB8-CBC0-97BCD4F48F98}"/>
              </a:ext>
            </a:extLst>
          </p:cNvPr>
          <p:cNvSpPr txBox="1"/>
          <p:nvPr/>
        </p:nvSpPr>
        <p:spPr>
          <a:xfrm>
            <a:off x="1541378" y="715221"/>
            <a:ext cx="11109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Datos de entrada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72117672-0FAC-70A5-BB2D-8BD61D08472B}"/>
              </a:ext>
            </a:extLst>
          </p:cNvPr>
          <p:cNvCxnSpPr>
            <a:cxnSpLocks/>
          </p:cNvCxnSpPr>
          <p:nvPr/>
        </p:nvCxnSpPr>
        <p:spPr>
          <a:xfrm>
            <a:off x="1314595" y="1485028"/>
            <a:ext cx="0" cy="5958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" name="Gráfico 9" descr="Base de datos con relleno sólido">
            <a:extLst>
              <a:ext uri="{FF2B5EF4-FFF2-40B4-BE49-F238E27FC236}">
                <a16:creationId xmlns:a16="http://schemas.microsoft.com/office/drawing/2014/main" id="{73EB6309-69A5-5A02-5BF0-9869DDD9C8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0736" y="5059769"/>
            <a:ext cx="1341351" cy="1341351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D9C687FD-16B2-1E3F-A6EA-E1682C6F8FAF}"/>
              </a:ext>
            </a:extLst>
          </p:cNvPr>
          <p:cNvSpPr txBox="1"/>
          <p:nvPr/>
        </p:nvSpPr>
        <p:spPr>
          <a:xfrm>
            <a:off x="5304095" y="5353438"/>
            <a:ext cx="16159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Datos expandidos </a:t>
            </a:r>
          </a:p>
          <a:p>
            <a:pPr algn="ctr"/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(Pol 2)</a:t>
            </a:r>
          </a:p>
        </p:txBody>
      </p:sp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B9912F4B-CE66-9A83-E9CB-B54D468AC6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9523183"/>
              </p:ext>
            </p:extLst>
          </p:nvPr>
        </p:nvGraphicFramePr>
        <p:xfrm>
          <a:off x="590695" y="2702331"/>
          <a:ext cx="1447800" cy="19685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103742498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21487282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4080147711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4685063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588986059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974173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617AEB71-5C2A-1036-AE21-FF7C614FF5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8386842"/>
              </p:ext>
            </p:extLst>
          </p:nvPr>
        </p:nvGraphicFramePr>
        <p:xfrm>
          <a:off x="590695" y="2985379"/>
          <a:ext cx="1447800" cy="19685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3059960676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3620002225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4243028429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1858738787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3224407003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63266"/>
                  </a:ext>
                </a:extLst>
              </a:tr>
            </a:tbl>
          </a:graphicData>
        </a:graphic>
      </p:graphicFrame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5B4CD5F6-C943-E5B2-6BAF-306FA5B9BC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743819"/>
              </p:ext>
            </p:extLst>
          </p:nvPr>
        </p:nvGraphicFramePr>
        <p:xfrm>
          <a:off x="590695" y="3268427"/>
          <a:ext cx="1447800" cy="19685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1489457060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4027577938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674620412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887693683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613474748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349231"/>
                  </a:ext>
                </a:extLst>
              </a:tr>
            </a:tbl>
          </a:graphicData>
        </a:graphic>
      </p:graphicFrame>
      <p:sp>
        <p:nvSpPr>
          <p:cNvPr id="23" name="CuadroTexto 22">
            <a:extLst>
              <a:ext uri="{FF2B5EF4-FFF2-40B4-BE49-F238E27FC236}">
                <a16:creationId xmlns:a16="http://schemas.microsoft.com/office/drawing/2014/main" id="{AD8FF3FD-11C6-E1BB-2E12-E1938908AC2C}"/>
              </a:ext>
            </a:extLst>
          </p:cNvPr>
          <p:cNvSpPr txBox="1"/>
          <p:nvPr/>
        </p:nvSpPr>
        <p:spPr>
          <a:xfrm>
            <a:off x="115824" y="2039865"/>
            <a:ext cx="25515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Fase 1:</a:t>
            </a:r>
          </a:p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Selección de variables</a:t>
            </a: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2C3D7E87-E7F0-0C30-7A20-169FED22E7FF}"/>
              </a:ext>
            </a:extLst>
          </p:cNvPr>
          <p:cNvCxnSpPr>
            <a:cxnSpLocks/>
          </p:cNvCxnSpPr>
          <p:nvPr/>
        </p:nvCxnSpPr>
        <p:spPr>
          <a:xfrm>
            <a:off x="1300635" y="3515408"/>
            <a:ext cx="0" cy="8393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AEA1A27-381F-8E8C-E9CF-8AC9A025CD97}"/>
              </a:ext>
            </a:extLst>
          </p:cNvPr>
          <p:cNvSpPr txBox="1"/>
          <p:nvPr/>
        </p:nvSpPr>
        <p:spPr>
          <a:xfrm>
            <a:off x="100267" y="4239646"/>
            <a:ext cx="24250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Expandir y evaluar cada subconjunto</a:t>
            </a:r>
          </a:p>
        </p:txBody>
      </p:sp>
      <p:graphicFrame>
        <p:nvGraphicFramePr>
          <p:cNvPr id="29" name="Tabla 28">
            <a:extLst>
              <a:ext uri="{FF2B5EF4-FFF2-40B4-BE49-F238E27FC236}">
                <a16:creationId xmlns:a16="http://schemas.microsoft.com/office/drawing/2014/main" id="{F452EC9C-8875-14D0-9849-B0F5E08AF0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17562"/>
              </p:ext>
            </p:extLst>
          </p:nvPr>
        </p:nvGraphicFramePr>
        <p:xfrm>
          <a:off x="641214" y="5533595"/>
          <a:ext cx="1447800" cy="19685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103742498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21487282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4080147711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4685063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588986059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974173"/>
                  </a:ext>
                </a:extLst>
              </a:tr>
            </a:tbl>
          </a:graphicData>
        </a:graphic>
      </p:graphicFrame>
      <p:graphicFrame>
        <p:nvGraphicFramePr>
          <p:cNvPr id="30" name="Tabla 29">
            <a:extLst>
              <a:ext uri="{FF2B5EF4-FFF2-40B4-BE49-F238E27FC236}">
                <a16:creationId xmlns:a16="http://schemas.microsoft.com/office/drawing/2014/main" id="{FE6894B5-A18F-1C24-4E87-BC137463FE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395293"/>
              </p:ext>
            </p:extLst>
          </p:nvPr>
        </p:nvGraphicFramePr>
        <p:xfrm>
          <a:off x="641214" y="5009849"/>
          <a:ext cx="1447800" cy="19685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3059960676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3620002225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4243028429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1858738787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3224407003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63266"/>
                  </a:ext>
                </a:extLst>
              </a:tr>
            </a:tbl>
          </a:graphicData>
        </a:graphic>
      </p:graphicFrame>
      <p:graphicFrame>
        <p:nvGraphicFramePr>
          <p:cNvPr id="31" name="Tabla 30">
            <a:extLst>
              <a:ext uri="{FF2B5EF4-FFF2-40B4-BE49-F238E27FC236}">
                <a16:creationId xmlns:a16="http://schemas.microsoft.com/office/drawing/2014/main" id="{41EFFB51-FD2B-4605-F85E-39D5579911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1015711"/>
              </p:ext>
            </p:extLst>
          </p:nvPr>
        </p:nvGraphicFramePr>
        <p:xfrm>
          <a:off x="641214" y="5274547"/>
          <a:ext cx="1447800" cy="19685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1489457060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4027577938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674620412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887693683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613474748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349231"/>
                  </a:ext>
                </a:extLst>
              </a:tr>
            </a:tbl>
          </a:graphicData>
        </a:graphic>
      </p:graphicFrame>
      <p:sp>
        <p:nvSpPr>
          <p:cNvPr id="32" name="CuadroTexto 31">
            <a:extLst>
              <a:ext uri="{FF2B5EF4-FFF2-40B4-BE49-F238E27FC236}">
                <a16:creationId xmlns:a16="http://schemas.microsoft.com/office/drawing/2014/main" id="{07E632AE-4DB3-0EF0-7F9F-4046523132CA}"/>
              </a:ext>
            </a:extLst>
          </p:cNvPr>
          <p:cNvSpPr txBox="1"/>
          <p:nvPr/>
        </p:nvSpPr>
        <p:spPr>
          <a:xfrm>
            <a:off x="9822411" y="4417030"/>
            <a:ext cx="8839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Fit2(%)</a:t>
            </a:r>
          </a:p>
          <a:p>
            <a:pPr algn="ctr"/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Fit2(%)</a:t>
            </a:r>
          </a:p>
          <a:p>
            <a:pPr algn="ctr"/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Fit2(%)</a:t>
            </a:r>
          </a:p>
        </p:txBody>
      </p: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4B6AF184-8CE2-BD32-D27E-B51868C0CD05}"/>
              </a:ext>
            </a:extLst>
          </p:cNvPr>
          <p:cNvCxnSpPr>
            <a:cxnSpLocks/>
          </p:cNvCxnSpPr>
          <p:nvPr/>
        </p:nvCxnSpPr>
        <p:spPr>
          <a:xfrm flipV="1">
            <a:off x="2853835" y="830637"/>
            <a:ext cx="0" cy="461213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D06735C2-F034-4376-3835-293D135D1CED}"/>
              </a:ext>
            </a:extLst>
          </p:cNvPr>
          <p:cNvCxnSpPr>
            <a:cxnSpLocks/>
          </p:cNvCxnSpPr>
          <p:nvPr/>
        </p:nvCxnSpPr>
        <p:spPr>
          <a:xfrm>
            <a:off x="2859693" y="830637"/>
            <a:ext cx="25218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46" name="Tabla 45">
            <a:extLst>
              <a:ext uri="{FF2B5EF4-FFF2-40B4-BE49-F238E27FC236}">
                <a16:creationId xmlns:a16="http://schemas.microsoft.com/office/drawing/2014/main" id="{0617906D-7119-B6D4-6DE7-1C9DE112B3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787821"/>
              </p:ext>
            </p:extLst>
          </p:nvPr>
        </p:nvGraphicFramePr>
        <p:xfrm>
          <a:off x="4096565" y="1027827"/>
          <a:ext cx="1447800" cy="19685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3342806943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793580338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3719899148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4162467813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704410978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57816"/>
                  </a:ext>
                </a:extLst>
              </a:tr>
            </a:tbl>
          </a:graphicData>
        </a:graphic>
      </p:graphicFrame>
      <p:graphicFrame>
        <p:nvGraphicFramePr>
          <p:cNvPr id="50" name="Tabla 49">
            <a:extLst>
              <a:ext uri="{FF2B5EF4-FFF2-40B4-BE49-F238E27FC236}">
                <a16:creationId xmlns:a16="http://schemas.microsoft.com/office/drawing/2014/main" id="{703A1DE7-CC80-6FE4-B8AA-BD466D887A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653003"/>
              </p:ext>
            </p:extLst>
          </p:nvPr>
        </p:nvGraphicFramePr>
        <p:xfrm>
          <a:off x="4096565" y="760837"/>
          <a:ext cx="1447800" cy="19685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800901182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840161408"/>
                    </a:ext>
                  </a:extLst>
                </a:gridCol>
                <a:gridCol w="207756">
                  <a:extLst>
                    <a:ext uri="{9D8B030D-6E8A-4147-A177-3AD203B41FA5}">
                      <a16:colId xmlns:a16="http://schemas.microsoft.com/office/drawing/2014/main" val="616389438"/>
                    </a:ext>
                  </a:extLst>
                </a:gridCol>
                <a:gridCol w="338344">
                  <a:extLst>
                    <a:ext uri="{9D8B030D-6E8A-4147-A177-3AD203B41FA5}">
                      <a16:colId xmlns:a16="http://schemas.microsoft.com/office/drawing/2014/main" val="3119865499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1213129024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9668998"/>
                  </a:ext>
                </a:extLst>
              </a:tr>
            </a:tbl>
          </a:graphicData>
        </a:graphic>
      </p:graphicFrame>
      <p:graphicFrame>
        <p:nvGraphicFramePr>
          <p:cNvPr id="54" name="Tabla 53">
            <a:extLst>
              <a:ext uri="{FF2B5EF4-FFF2-40B4-BE49-F238E27FC236}">
                <a16:creationId xmlns:a16="http://schemas.microsoft.com/office/drawing/2014/main" id="{F054A63A-BCE0-9738-373B-9ECF06F208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221761"/>
              </p:ext>
            </p:extLst>
          </p:nvPr>
        </p:nvGraphicFramePr>
        <p:xfrm>
          <a:off x="4093979" y="1294817"/>
          <a:ext cx="1447800" cy="19685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121877555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4293541364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535055909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464261806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1007151195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582972"/>
                  </a:ext>
                </a:extLst>
              </a:tr>
            </a:tbl>
          </a:graphicData>
        </a:graphic>
      </p:graphicFrame>
      <p:sp>
        <p:nvSpPr>
          <p:cNvPr id="56" name="Rectángulo 55">
            <a:extLst>
              <a:ext uri="{FF2B5EF4-FFF2-40B4-BE49-F238E27FC236}">
                <a16:creationId xmlns:a16="http://schemas.microsoft.com/office/drawing/2014/main" id="{24863D7C-AF0E-442A-CD57-626EF3BEC69D}"/>
              </a:ext>
            </a:extLst>
          </p:cNvPr>
          <p:cNvSpPr/>
          <p:nvPr/>
        </p:nvSpPr>
        <p:spPr>
          <a:xfrm>
            <a:off x="3720813" y="570628"/>
            <a:ext cx="2703501" cy="11953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7" name="Flecha: curvada hacia la derecha 56">
            <a:extLst>
              <a:ext uri="{FF2B5EF4-FFF2-40B4-BE49-F238E27FC236}">
                <a16:creationId xmlns:a16="http://schemas.microsoft.com/office/drawing/2014/main" id="{1D60E74E-8A5D-DCE9-5CED-1F33402A33C9}"/>
              </a:ext>
            </a:extLst>
          </p:cNvPr>
          <p:cNvSpPr/>
          <p:nvPr/>
        </p:nvSpPr>
        <p:spPr>
          <a:xfrm>
            <a:off x="3111874" y="615629"/>
            <a:ext cx="516241" cy="1125011"/>
          </a:xfrm>
          <a:prstGeom prst="curved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59" name="Flecha: curvada hacia la derecha 58">
            <a:extLst>
              <a:ext uri="{FF2B5EF4-FFF2-40B4-BE49-F238E27FC236}">
                <a16:creationId xmlns:a16="http://schemas.microsoft.com/office/drawing/2014/main" id="{3C419691-4B25-B496-3878-848E905600A8}"/>
              </a:ext>
            </a:extLst>
          </p:cNvPr>
          <p:cNvSpPr/>
          <p:nvPr/>
        </p:nvSpPr>
        <p:spPr>
          <a:xfrm rot="10800000">
            <a:off x="6609769" y="533398"/>
            <a:ext cx="516241" cy="1125011"/>
          </a:xfrm>
          <a:prstGeom prst="curved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71F86234-26D3-C9B0-432F-1D743F4A1BC0}"/>
              </a:ext>
            </a:extLst>
          </p:cNvPr>
          <p:cNvSpPr txBox="1"/>
          <p:nvPr/>
        </p:nvSpPr>
        <p:spPr>
          <a:xfrm>
            <a:off x="3026456" y="4266"/>
            <a:ext cx="39029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Seleccionar, recombinar, expandir y evaluar</a:t>
            </a:r>
          </a:p>
        </p:txBody>
      </p: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1C384C5A-D85B-8569-0540-434FD5DD9B97}"/>
              </a:ext>
            </a:extLst>
          </p:cNvPr>
          <p:cNvCxnSpPr>
            <a:cxnSpLocks/>
          </p:cNvCxnSpPr>
          <p:nvPr/>
        </p:nvCxnSpPr>
        <p:spPr>
          <a:xfrm>
            <a:off x="5141614" y="1846833"/>
            <a:ext cx="0" cy="4074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66" name="Tabla 65">
            <a:extLst>
              <a:ext uri="{FF2B5EF4-FFF2-40B4-BE49-F238E27FC236}">
                <a16:creationId xmlns:a16="http://schemas.microsoft.com/office/drawing/2014/main" id="{48880A39-1FA6-1DCF-DF2B-20053718D3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397730"/>
              </p:ext>
            </p:extLst>
          </p:nvPr>
        </p:nvGraphicFramePr>
        <p:xfrm>
          <a:off x="4407035" y="3061541"/>
          <a:ext cx="1447800" cy="19685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2997249743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896464324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1382112264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3676697476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757932007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6648020"/>
                  </a:ext>
                </a:extLst>
              </a:tr>
            </a:tbl>
          </a:graphicData>
        </a:graphic>
      </p:graphicFrame>
      <p:sp>
        <p:nvSpPr>
          <p:cNvPr id="67" name="CuadroTexto 66">
            <a:extLst>
              <a:ext uri="{FF2B5EF4-FFF2-40B4-BE49-F238E27FC236}">
                <a16:creationId xmlns:a16="http://schemas.microsoft.com/office/drawing/2014/main" id="{9946A941-DFC4-EA2F-EB68-74F582951F89}"/>
              </a:ext>
            </a:extLst>
          </p:cNvPr>
          <p:cNvSpPr txBox="1"/>
          <p:nvPr/>
        </p:nvSpPr>
        <p:spPr>
          <a:xfrm>
            <a:off x="3938588" y="2267208"/>
            <a:ext cx="2425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Subconjunto resultante</a:t>
            </a:r>
          </a:p>
        </p:txBody>
      </p:sp>
      <p:cxnSp>
        <p:nvCxnSpPr>
          <p:cNvPr id="68" name="Conector recto de flecha 67">
            <a:extLst>
              <a:ext uri="{FF2B5EF4-FFF2-40B4-BE49-F238E27FC236}">
                <a16:creationId xmlns:a16="http://schemas.microsoft.com/office/drawing/2014/main" id="{36EC9CE0-7E6A-DD54-96D1-33D26E0CA8EA}"/>
              </a:ext>
            </a:extLst>
          </p:cNvPr>
          <p:cNvCxnSpPr>
            <a:cxnSpLocks/>
          </p:cNvCxnSpPr>
          <p:nvPr/>
        </p:nvCxnSpPr>
        <p:spPr>
          <a:xfrm flipH="1">
            <a:off x="5141614" y="2617490"/>
            <a:ext cx="9483" cy="3623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0" name="Gráfico 69" descr="Base de datos con relleno sólido">
            <a:extLst>
              <a:ext uri="{FF2B5EF4-FFF2-40B4-BE49-F238E27FC236}">
                <a16:creationId xmlns:a16="http://schemas.microsoft.com/office/drawing/2014/main" id="{DA7799DA-D90F-442E-269F-DDD9D002B4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38508" y="3996742"/>
            <a:ext cx="517987" cy="517987"/>
          </a:xfrm>
          <a:prstGeom prst="rect">
            <a:avLst/>
          </a:prstGeom>
        </p:spPr>
      </p:pic>
      <p:sp>
        <p:nvSpPr>
          <p:cNvPr id="71" name="CuadroTexto 70">
            <a:extLst>
              <a:ext uri="{FF2B5EF4-FFF2-40B4-BE49-F238E27FC236}">
                <a16:creationId xmlns:a16="http://schemas.microsoft.com/office/drawing/2014/main" id="{ADF32B0F-B91A-C473-8530-B82F9CFCC104}"/>
              </a:ext>
            </a:extLst>
          </p:cNvPr>
          <p:cNvSpPr txBox="1"/>
          <p:nvPr/>
        </p:nvSpPr>
        <p:spPr>
          <a:xfrm>
            <a:off x="3973329" y="3603993"/>
            <a:ext cx="2425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Datos seleccionados</a:t>
            </a:r>
          </a:p>
        </p:txBody>
      </p:sp>
      <p:cxnSp>
        <p:nvCxnSpPr>
          <p:cNvPr id="72" name="Conector recto de flecha 71">
            <a:extLst>
              <a:ext uri="{FF2B5EF4-FFF2-40B4-BE49-F238E27FC236}">
                <a16:creationId xmlns:a16="http://schemas.microsoft.com/office/drawing/2014/main" id="{956288D2-7458-A1A0-C5A1-39CEF579CABD}"/>
              </a:ext>
            </a:extLst>
          </p:cNvPr>
          <p:cNvCxnSpPr>
            <a:cxnSpLocks/>
          </p:cNvCxnSpPr>
          <p:nvPr/>
        </p:nvCxnSpPr>
        <p:spPr>
          <a:xfrm>
            <a:off x="5197501" y="4591348"/>
            <a:ext cx="0" cy="4915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3" name="Grupo 72">
            <a:extLst>
              <a:ext uri="{FF2B5EF4-FFF2-40B4-BE49-F238E27FC236}">
                <a16:creationId xmlns:a16="http://schemas.microsoft.com/office/drawing/2014/main" id="{D5003183-884E-A8B4-DC7C-430AAD2128F2}"/>
              </a:ext>
            </a:extLst>
          </p:cNvPr>
          <p:cNvGrpSpPr/>
          <p:nvPr/>
        </p:nvGrpSpPr>
        <p:grpSpPr>
          <a:xfrm>
            <a:off x="6651994" y="1084977"/>
            <a:ext cx="1151722" cy="4612135"/>
            <a:chOff x="2840921" y="760837"/>
            <a:chExt cx="1340190" cy="4612135"/>
          </a:xfrm>
        </p:grpSpPr>
        <p:cxnSp>
          <p:nvCxnSpPr>
            <p:cNvPr id="74" name="Conector recto 73">
              <a:extLst>
                <a:ext uri="{FF2B5EF4-FFF2-40B4-BE49-F238E27FC236}">
                  <a16:creationId xmlns:a16="http://schemas.microsoft.com/office/drawing/2014/main" id="{EEB7B4E6-1A7B-6412-76DE-B9821AE8049B}"/>
                </a:ext>
              </a:extLst>
            </p:cNvPr>
            <p:cNvCxnSpPr/>
            <p:nvPr/>
          </p:nvCxnSpPr>
          <p:spPr>
            <a:xfrm flipV="1">
              <a:off x="2840921" y="5354292"/>
              <a:ext cx="72000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Conector recto 74">
              <a:extLst>
                <a:ext uri="{FF2B5EF4-FFF2-40B4-BE49-F238E27FC236}">
                  <a16:creationId xmlns:a16="http://schemas.microsoft.com/office/drawing/2014/main" id="{85777336-87C5-BE72-7872-14FF512408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80818" y="760837"/>
              <a:ext cx="0" cy="4612135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Conector recto de flecha 75">
              <a:extLst>
                <a:ext uri="{FF2B5EF4-FFF2-40B4-BE49-F238E27FC236}">
                  <a16:creationId xmlns:a16="http://schemas.microsoft.com/office/drawing/2014/main" id="{C6D71FDF-077E-46ED-BAE4-5F1151C865B8}"/>
                </a:ext>
              </a:extLst>
            </p:cNvPr>
            <p:cNvCxnSpPr/>
            <p:nvPr/>
          </p:nvCxnSpPr>
          <p:spPr>
            <a:xfrm>
              <a:off x="3580818" y="760837"/>
              <a:ext cx="60029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7" name="CuadroTexto 76">
            <a:extLst>
              <a:ext uri="{FF2B5EF4-FFF2-40B4-BE49-F238E27FC236}">
                <a16:creationId xmlns:a16="http://schemas.microsoft.com/office/drawing/2014/main" id="{90BFFDA6-969E-4E70-898F-CDB51165270C}"/>
              </a:ext>
            </a:extLst>
          </p:cNvPr>
          <p:cNvSpPr txBox="1"/>
          <p:nvPr/>
        </p:nvSpPr>
        <p:spPr>
          <a:xfrm>
            <a:off x="8413923" y="241796"/>
            <a:ext cx="17684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Fase 2 Filtrado del espacio expandido</a:t>
            </a:r>
          </a:p>
        </p:txBody>
      </p:sp>
      <p:graphicFrame>
        <p:nvGraphicFramePr>
          <p:cNvPr id="79" name="Tabla 78">
            <a:extLst>
              <a:ext uri="{FF2B5EF4-FFF2-40B4-BE49-F238E27FC236}">
                <a16:creationId xmlns:a16="http://schemas.microsoft.com/office/drawing/2014/main" id="{8F20B86E-6D59-0935-BA90-E6A5E535C7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795232"/>
              </p:ext>
            </p:extLst>
          </p:nvPr>
        </p:nvGraphicFramePr>
        <p:xfrm>
          <a:off x="8345597" y="1126252"/>
          <a:ext cx="1676400" cy="19685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3880020756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1371970374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642008282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1871360675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433535987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3884518287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370818"/>
                  </a:ext>
                </a:extLst>
              </a:tr>
            </a:tbl>
          </a:graphicData>
        </a:graphic>
      </p:graphicFrame>
      <p:graphicFrame>
        <p:nvGraphicFramePr>
          <p:cNvPr id="81" name="Tabla 80">
            <a:extLst>
              <a:ext uri="{FF2B5EF4-FFF2-40B4-BE49-F238E27FC236}">
                <a16:creationId xmlns:a16="http://schemas.microsoft.com/office/drawing/2014/main" id="{1D77A97D-171B-E3DC-C546-0E4E8BE04A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772508"/>
              </p:ext>
            </p:extLst>
          </p:nvPr>
        </p:nvGraphicFramePr>
        <p:xfrm>
          <a:off x="8348361" y="1393242"/>
          <a:ext cx="1676400" cy="19685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183490623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1328565703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471203233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3206093518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690883849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1402127983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364807"/>
                  </a:ext>
                </a:extLst>
              </a:tr>
            </a:tbl>
          </a:graphicData>
        </a:graphic>
      </p:graphicFrame>
      <p:graphicFrame>
        <p:nvGraphicFramePr>
          <p:cNvPr id="83" name="Tabla 82">
            <a:extLst>
              <a:ext uri="{FF2B5EF4-FFF2-40B4-BE49-F238E27FC236}">
                <a16:creationId xmlns:a16="http://schemas.microsoft.com/office/drawing/2014/main" id="{9AF71F23-5528-4288-102C-A66D5716D9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442430"/>
              </p:ext>
            </p:extLst>
          </p:nvPr>
        </p:nvGraphicFramePr>
        <p:xfrm>
          <a:off x="8345597" y="1660232"/>
          <a:ext cx="1676400" cy="19685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1682708994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849351323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771827783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646583940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3495911582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1575340962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337223"/>
                  </a:ext>
                </a:extLst>
              </a:tr>
            </a:tbl>
          </a:graphicData>
        </a:graphic>
      </p:graphicFrame>
      <p:sp>
        <p:nvSpPr>
          <p:cNvPr id="84" name="CuadroTexto 83">
            <a:extLst>
              <a:ext uri="{FF2B5EF4-FFF2-40B4-BE49-F238E27FC236}">
                <a16:creationId xmlns:a16="http://schemas.microsoft.com/office/drawing/2014/main" id="{3C790416-121E-00DC-A9A7-2E87A3DD9890}"/>
              </a:ext>
            </a:extLst>
          </p:cNvPr>
          <p:cNvSpPr txBox="1"/>
          <p:nvPr/>
        </p:nvSpPr>
        <p:spPr>
          <a:xfrm>
            <a:off x="8195206" y="2347033"/>
            <a:ext cx="2425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Evaluate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subset</a:t>
            </a:r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5" name="Conector recto de flecha 84">
            <a:extLst>
              <a:ext uri="{FF2B5EF4-FFF2-40B4-BE49-F238E27FC236}">
                <a16:creationId xmlns:a16="http://schemas.microsoft.com/office/drawing/2014/main" id="{26F501FB-D8CF-9B07-0107-368E92E12F83}"/>
              </a:ext>
            </a:extLst>
          </p:cNvPr>
          <p:cNvCxnSpPr>
            <a:cxnSpLocks/>
          </p:cNvCxnSpPr>
          <p:nvPr/>
        </p:nvCxnSpPr>
        <p:spPr>
          <a:xfrm>
            <a:off x="9351327" y="1935539"/>
            <a:ext cx="0" cy="4586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87" name="Tabla 86">
            <a:extLst>
              <a:ext uri="{FF2B5EF4-FFF2-40B4-BE49-F238E27FC236}">
                <a16:creationId xmlns:a16="http://schemas.microsoft.com/office/drawing/2014/main" id="{61916F4D-8ECE-5CCC-2A37-2076E2B6B2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396559"/>
              </p:ext>
            </p:extLst>
          </p:nvPr>
        </p:nvGraphicFramePr>
        <p:xfrm>
          <a:off x="8444393" y="2739081"/>
          <a:ext cx="1676400" cy="19685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3880020756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1371970374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642008282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1871360675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433535987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3884518287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370818"/>
                  </a:ext>
                </a:extLst>
              </a:tr>
            </a:tbl>
          </a:graphicData>
        </a:graphic>
      </p:graphicFrame>
      <p:graphicFrame>
        <p:nvGraphicFramePr>
          <p:cNvPr id="88" name="Tabla 87">
            <a:extLst>
              <a:ext uri="{FF2B5EF4-FFF2-40B4-BE49-F238E27FC236}">
                <a16:creationId xmlns:a16="http://schemas.microsoft.com/office/drawing/2014/main" id="{73D19557-7510-3A1F-FC6E-CF27D49E55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4724850"/>
              </p:ext>
            </p:extLst>
          </p:nvPr>
        </p:nvGraphicFramePr>
        <p:xfrm>
          <a:off x="8461117" y="3006071"/>
          <a:ext cx="1676400" cy="19685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183490623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1328565703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471203233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3206093518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690883849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1402127983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364807"/>
                  </a:ext>
                </a:extLst>
              </a:tr>
            </a:tbl>
          </a:graphicData>
        </a:graphic>
      </p:graphicFrame>
      <p:graphicFrame>
        <p:nvGraphicFramePr>
          <p:cNvPr id="89" name="Tabla 88">
            <a:extLst>
              <a:ext uri="{FF2B5EF4-FFF2-40B4-BE49-F238E27FC236}">
                <a16:creationId xmlns:a16="http://schemas.microsoft.com/office/drawing/2014/main" id="{13D64075-1D6D-3A96-BA17-8B44F80144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898243"/>
              </p:ext>
            </p:extLst>
          </p:nvPr>
        </p:nvGraphicFramePr>
        <p:xfrm>
          <a:off x="8479294" y="3273061"/>
          <a:ext cx="1676400" cy="19685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1682708994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849351323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771827783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646583940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3495911582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1575340962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337223"/>
                  </a:ext>
                </a:extLst>
              </a:tr>
            </a:tbl>
          </a:graphicData>
        </a:graphic>
      </p:graphicFrame>
      <p:cxnSp>
        <p:nvCxnSpPr>
          <p:cNvPr id="91" name="Conector recto de flecha 90">
            <a:extLst>
              <a:ext uri="{FF2B5EF4-FFF2-40B4-BE49-F238E27FC236}">
                <a16:creationId xmlns:a16="http://schemas.microsoft.com/office/drawing/2014/main" id="{63C7B82F-81EA-D049-347B-5EB8F0744E91}"/>
              </a:ext>
            </a:extLst>
          </p:cNvPr>
          <p:cNvCxnSpPr>
            <a:cxnSpLocks/>
          </p:cNvCxnSpPr>
          <p:nvPr/>
        </p:nvCxnSpPr>
        <p:spPr>
          <a:xfrm>
            <a:off x="9351327" y="3533665"/>
            <a:ext cx="0" cy="4586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2" name="Rectángulo 91">
            <a:extLst>
              <a:ext uri="{FF2B5EF4-FFF2-40B4-BE49-F238E27FC236}">
                <a16:creationId xmlns:a16="http://schemas.microsoft.com/office/drawing/2014/main" id="{313799F2-6C5F-9DFC-D772-8EC3BD565BDF}"/>
              </a:ext>
            </a:extLst>
          </p:cNvPr>
          <p:cNvSpPr/>
          <p:nvPr/>
        </p:nvSpPr>
        <p:spPr>
          <a:xfrm>
            <a:off x="7988487" y="4303970"/>
            <a:ext cx="2763631" cy="1081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>
            <a:extLst>
              <a:ext uri="{FF2B5EF4-FFF2-40B4-BE49-F238E27FC236}">
                <a16:creationId xmlns:a16="http://schemas.microsoft.com/office/drawing/2014/main" id="{89085A2C-BE8D-1A55-665A-21B821363147}"/>
              </a:ext>
            </a:extLst>
          </p:cNvPr>
          <p:cNvSpPr txBox="1"/>
          <p:nvPr/>
        </p:nvSpPr>
        <p:spPr>
          <a:xfrm>
            <a:off x="7352740" y="3938681"/>
            <a:ext cx="4090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Seleccionar, recombinar y evaluar </a:t>
            </a:r>
          </a:p>
        </p:txBody>
      </p:sp>
      <p:graphicFrame>
        <p:nvGraphicFramePr>
          <p:cNvPr id="95" name="Tabla 94">
            <a:extLst>
              <a:ext uri="{FF2B5EF4-FFF2-40B4-BE49-F238E27FC236}">
                <a16:creationId xmlns:a16="http://schemas.microsoft.com/office/drawing/2014/main" id="{96E53CBD-FC5C-25E9-E343-E6F0320C17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607873"/>
              </p:ext>
            </p:extLst>
          </p:nvPr>
        </p:nvGraphicFramePr>
        <p:xfrm>
          <a:off x="8251707" y="4472013"/>
          <a:ext cx="1676400" cy="19685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3176098413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66140371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521424946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3814988077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214378061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3562056943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785899"/>
                  </a:ext>
                </a:extLst>
              </a:tr>
            </a:tbl>
          </a:graphicData>
        </a:graphic>
      </p:graphicFrame>
      <p:graphicFrame>
        <p:nvGraphicFramePr>
          <p:cNvPr id="97" name="Tabla 96">
            <a:extLst>
              <a:ext uri="{FF2B5EF4-FFF2-40B4-BE49-F238E27FC236}">
                <a16:creationId xmlns:a16="http://schemas.microsoft.com/office/drawing/2014/main" id="{070316EE-9587-7808-D376-CF622AF554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7894772"/>
              </p:ext>
            </p:extLst>
          </p:nvPr>
        </p:nvGraphicFramePr>
        <p:xfrm>
          <a:off x="8242979" y="4763830"/>
          <a:ext cx="1676400" cy="19685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4257781995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1581303530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790585422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3249383739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790129325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652026934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953020"/>
                  </a:ext>
                </a:extLst>
              </a:tr>
            </a:tbl>
          </a:graphicData>
        </a:graphic>
      </p:graphicFrame>
      <p:graphicFrame>
        <p:nvGraphicFramePr>
          <p:cNvPr id="100" name="Tabla 99">
            <a:extLst>
              <a:ext uri="{FF2B5EF4-FFF2-40B4-BE49-F238E27FC236}">
                <a16:creationId xmlns:a16="http://schemas.microsoft.com/office/drawing/2014/main" id="{A04FA413-0D66-5402-6382-B8673AB35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478672"/>
              </p:ext>
            </p:extLst>
          </p:nvPr>
        </p:nvGraphicFramePr>
        <p:xfrm>
          <a:off x="8249959" y="5055647"/>
          <a:ext cx="1676400" cy="19685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3286017618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1725888855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1847271462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84579422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3359454009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1021800278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802744"/>
                  </a:ext>
                </a:extLst>
              </a:tr>
            </a:tbl>
          </a:graphicData>
        </a:graphic>
      </p:graphicFrame>
      <p:sp>
        <p:nvSpPr>
          <p:cNvPr id="102" name="Flecha: curvada hacia la derecha 101">
            <a:extLst>
              <a:ext uri="{FF2B5EF4-FFF2-40B4-BE49-F238E27FC236}">
                <a16:creationId xmlns:a16="http://schemas.microsoft.com/office/drawing/2014/main" id="{B2E6396D-8AB7-27AC-2F57-B8ADECED43CA}"/>
              </a:ext>
            </a:extLst>
          </p:cNvPr>
          <p:cNvSpPr/>
          <p:nvPr/>
        </p:nvSpPr>
        <p:spPr>
          <a:xfrm>
            <a:off x="7453958" y="4311461"/>
            <a:ext cx="438274" cy="1125011"/>
          </a:xfrm>
          <a:prstGeom prst="curved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103" name="Flecha: curvada hacia la derecha 102">
            <a:extLst>
              <a:ext uri="{FF2B5EF4-FFF2-40B4-BE49-F238E27FC236}">
                <a16:creationId xmlns:a16="http://schemas.microsoft.com/office/drawing/2014/main" id="{D5797C50-9294-EFFB-F7ED-75F5FA2F08CD}"/>
              </a:ext>
            </a:extLst>
          </p:cNvPr>
          <p:cNvSpPr/>
          <p:nvPr/>
        </p:nvSpPr>
        <p:spPr>
          <a:xfrm rot="10800000">
            <a:off x="10802229" y="4263325"/>
            <a:ext cx="488069" cy="1125011"/>
          </a:xfrm>
          <a:prstGeom prst="curved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cxnSp>
        <p:nvCxnSpPr>
          <p:cNvPr id="104" name="Conector recto de flecha 103">
            <a:extLst>
              <a:ext uri="{FF2B5EF4-FFF2-40B4-BE49-F238E27FC236}">
                <a16:creationId xmlns:a16="http://schemas.microsoft.com/office/drawing/2014/main" id="{63CACAEF-8F02-268C-B793-B5FCA0F6D01F}"/>
              </a:ext>
            </a:extLst>
          </p:cNvPr>
          <p:cNvCxnSpPr>
            <a:cxnSpLocks/>
          </p:cNvCxnSpPr>
          <p:nvPr/>
        </p:nvCxnSpPr>
        <p:spPr>
          <a:xfrm>
            <a:off x="9370302" y="5424092"/>
            <a:ext cx="0" cy="4113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06" name="Tabla 105">
            <a:extLst>
              <a:ext uri="{FF2B5EF4-FFF2-40B4-BE49-F238E27FC236}">
                <a16:creationId xmlns:a16="http://schemas.microsoft.com/office/drawing/2014/main" id="{6E4AF6E1-8D44-A698-1904-E79FE5C716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790598"/>
              </p:ext>
            </p:extLst>
          </p:nvPr>
        </p:nvGraphicFramePr>
        <p:xfrm>
          <a:off x="8569515" y="6104391"/>
          <a:ext cx="1676400" cy="19685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3286017618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1725888855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1847271462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84579422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3359454009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1021800278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rgbClr val="83E28E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802744"/>
                  </a:ext>
                </a:extLst>
              </a:tr>
            </a:tbl>
          </a:graphicData>
        </a:graphic>
      </p:graphicFrame>
      <p:sp>
        <p:nvSpPr>
          <p:cNvPr id="107" name="CuadroTexto 106">
            <a:extLst>
              <a:ext uri="{FF2B5EF4-FFF2-40B4-BE49-F238E27FC236}">
                <a16:creationId xmlns:a16="http://schemas.microsoft.com/office/drawing/2014/main" id="{C37FE52A-DC55-E9F5-F5F4-4DF300E1129C}"/>
              </a:ext>
            </a:extLst>
          </p:cNvPr>
          <p:cNvSpPr txBox="1"/>
          <p:nvPr/>
        </p:nvSpPr>
        <p:spPr>
          <a:xfrm>
            <a:off x="8238551" y="5730444"/>
            <a:ext cx="2425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Subconjunto resultante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06FCB3A-392B-61CF-BEB0-6D22305E5982}"/>
              </a:ext>
            </a:extLst>
          </p:cNvPr>
          <p:cNvSpPr txBox="1"/>
          <p:nvPr/>
        </p:nvSpPr>
        <p:spPr>
          <a:xfrm>
            <a:off x="3511411" y="648228"/>
            <a:ext cx="24250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Φ</a:t>
            </a:r>
            <a:r>
              <a:rPr lang="es-MX" dirty="0"/>
              <a:t>(                             ) </a:t>
            </a:r>
          </a:p>
          <a:p>
            <a:pPr algn="ctr"/>
            <a:r>
              <a:rPr lang="el-GR" dirty="0"/>
              <a:t>Φ</a:t>
            </a:r>
            <a:r>
              <a:rPr lang="es-MX" dirty="0"/>
              <a:t>(                             ) </a:t>
            </a:r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l-GR" dirty="0"/>
              <a:t>Φ</a:t>
            </a:r>
            <a:r>
              <a:rPr lang="es-MX" dirty="0"/>
              <a:t>(                             ) </a:t>
            </a:r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E8D20F4-4523-03AC-92C7-C4CEBBD72FBA}"/>
              </a:ext>
            </a:extLst>
          </p:cNvPr>
          <p:cNvSpPr txBox="1"/>
          <p:nvPr/>
        </p:nvSpPr>
        <p:spPr>
          <a:xfrm>
            <a:off x="5196943" y="691143"/>
            <a:ext cx="14932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Fit1(%)</a:t>
            </a:r>
          </a:p>
          <a:p>
            <a:pPr algn="ctr"/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Fit1(%)</a:t>
            </a:r>
          </a:p>
          <a:p>
            <a:pPr algn="ctr"/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Fit1(%)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68E16C67-7015-7968-3413-9FE625945C38}"/>
              </a:ext>
            </a:extLst>
          </p:cNvPr>
          <p:cNvCxnSpPr>
            <a:cxnSpLocks/>
          </p:cNvCxnSpPr>
          <p:nvPr/>
        </p:nvCxnSpPr>
        <p:spPr>
          <a:xfrm flipH="1">
            <a:off x="5147964" y="3315990"/>
            <a:ext cx="9483" cy="3623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4B6669D-CE23-E559-5A16-E381646BD10A}"/>
              </a:ext>
            </a:extLst>
          </p:cNvPr>
          <p:cNvSpPr txBox="1"/>
          <p:nvPr/>
        </p:nvSpPr>
        <p:spPr>
          <a:xfrm>
            <a:off x="46407" y="4899447"/>
            <a:ext cx="24250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Φ</a:t>
            </a:r>
            <a:r>
              <a:rPr lang="es-MX" dirty="0"/>
              <a:t>(                             ) </a:t>
            </a:r>
          </a:p>
          <a:p>
            <a:pPr algn="ctr"/>
            <a:r>
              <a:rPr lang="el-GR" dirty="0"/>
              <a:t>Φ</a:t>
            </a:r>
            <a:r>
              <a:rPr lang="es-MX" dirty="0"/>
              <a:t>(                             ) </a:t>
            </a:r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l-GR" dirty="0"/>
              <a:t>Φ</a:t>
            </a:r>
            <a:r>
              <a:rPr lang="es-MX" dirty="0"/>
              <a:t>(                             ) </a:t>
            </a:r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6FF3EC7F-4EE2-E358-BEE7-D27764EFC42B}"/>
              </a:ext>
            </a:extLst>
          </p:cNvPr>
          <p:cNvSpPr txBox="1"/>
          <p:nvPr/>
        </p:nvSpPr>
        <p:spPr>
          <a:xfrm>
            <a:off x="9282593" y="2686196"/>
            <a:ext cx="26086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Fit2(%)</a:t>
            </a:r>
          </a:p>
          <a:p>
            <a:pPr algn="ctr"/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Fit2(%)</a:t>
            </a:r>
          </a:p>
          <a:p>
            <a:pPr algn="ctr"/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Fit2(%)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272DFAE6-E464-495B-5658-838702FC3757}"/>
              </a:ext>
            </a:extLst>
          </p:cNvPr>
          <p:cNvSpPr txBox="1"/>
          <p:nvPr/>
        </p:nvSpPr>
        <p:spPr>
          <a:xfrm>
            <a:off x="1755249" y="4937939"/>
            <a:ext cx="14932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Fit1(%)</a:t>
            </a:r>
          </a:p>
          <a:p>
            <a:pPr algn="ctr"/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Fit1(%)</a:t>
            </a:r>
          </a:p>
          <a:p>
            <a:pPr algn="ctr"/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Fit1(%)</a:t>
            </a:r>
          </a:p>
        </p:txBody>
      </p:sp>
    </p:spTree>
    <p:extLst>
      <p:ext uri="{BB962C8B-B14F-4D97-AF65-F5344CB8AC3E}">
        <p14:creationId xmlns:p14="http://schemas.microsoft.com/office/powerpoint/2010/main" val="3913426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2669</TotalTime>
  <Words>727</Words>
  <Application>Microsoft Office PowerPoint</Application>
  <PresentationFormat>Panorámica</PresentationFormat>
  <Paragraphs>520</Paragraphs>
  <Slides>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2" baseType="lpstr">
      <vt:lpstr>Aptos</vt:lpstr>
      <vt:lpstr>Aptos Narrow</vt:lpstr>
      <vt:lpstr>Arial</vt:lpstr>
      <vt:lpstr>Calibri</vt:lpstr>
      <vt:lpstr>Calibri Light</vt:lpstr>
      <vt:lpstr>Roboto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GARCIA BAEZ ANGEL</dc:creator>
  <cp:lastModifiedBy>GARCIA BAEZ ANGEL</cp:lastModifiedBy>
  <cp:revision>5</cp:revision>
  <dcterms:created xsi:type="dcterms:W3CDTF">2026-05-22T14:36:28Z</dcterms:created>
  <dcterms:modified xsi:type="dcterms:W3CDTF">2026-09-13T23:40:18Z</dcterms:modified>
</cp:coreProperties>
</file>