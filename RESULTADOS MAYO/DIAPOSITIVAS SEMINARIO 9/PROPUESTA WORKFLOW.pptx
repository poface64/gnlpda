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F7BFB2-08D1-266A-76D6-6DE4C6577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F88D90-9B96-4788-7473-ADE65BE9F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61A9BD-A1D8-D108-51AB-AF8CEE84C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2743FD-DD5D-4250-0151-1844D212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0A81CD-151C-76F8-BA0A-C2B72127C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09396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F0596-2AB0-4AB8-4695-B0DB6D06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DDEEE3-3712-F6CB-65A4-39237BD0A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E1649-59AA-5015-05AF-335FBDCF8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4E5FA7-AA41-1205-9CDC-F2030D78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D89AD4-36CC-A601-6398-2C4A32D6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90368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81B3E-30F3-7FAD-4A95-BB559167D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B5548F7-07AF-CEE9-EE2A-811BF4782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D71BEE-9C02-CBE3-A1B8-56550970E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80823F-836F-6717-2629-3BDD2145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E6B919-ABB7-F194-3E19-A8551EB59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204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B7805-AB6C-055C-7BFA-AB10EFC7F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E14FD-87DC-C008-0C70-57ACE15F0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1ACA548-1850-4867-3AA2-0285274889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4B12D5-7FD0-036B-4AAF-CB18F3A0E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62C177-C658-CC06-72F9-9950B20A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267814-0C7A-55ED-3833-6212FB7AF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0060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B211F-3217-BDA2-0F3C-7BA3D5421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EE7657-D045-D514-437A-2A8D9283E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CA363E0-8FA2-DBC0-6323-31F939E35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45D860-5316-A7D8-E984-64667DEF4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4B0C4EF-1CED-B36B-8327-E78A56BE3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A7B19EF-133A-3CD9-618D-C69AEE83A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0A84D48-FDE7-E57D-BAEA-697A9637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C5267BD-726F-79BB-C0CE-A18021D1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945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6AC9A-BEE8-A947-AF2F-E5453C8C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048FCBF-B4B9-CDA4-682A-35FC20EC7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46EAFC-A3E5-9AF7-DC57-9A24543D3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B8620D0-3436-10AF-A2CA-B9C9C8FA3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76651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751427E-9B51-7734-22E5-D2278F406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18013F4-9493-49CA-5419-3FB9E6767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BFE95B-963D-5E25-2267-CAEC1E59A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5994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B95616-EB4C-B2BE-6DF4-CED9609CE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65CFCA-C8D3-85F7-C40E-F837D3752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26211B-C129-12AF-5EC6-238AC3D1D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798C3F-A99A-BA2D-0E9F-FAEA5A69B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1F79620-FF89-21DB-7F96-FA204E58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5A0E75-33BC-2713-A3F3-0281B71ED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7042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3DF76-0D31-49DE-1172-99C8D0967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42934C9-178A-BAE6-090D-9E39E866DE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47874F-2541-EEDD-4ECF-F04BB67CA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749186-DC96-F8E8-F4AD-2FD6F41E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27944D-F137-0237-9AC8-F8F3581AC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CF85EE-8A07-0B37-B28D-33B17DCE4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76703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7A07ED-33B3-B5C7-542A-DACCC054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3481D37-C212-4421-D0D4-72F4BE906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5D4F9B-6989-2058-C24C-9A59C2453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944AB9-9E3C-2830-9EE1-F54384D2A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2CEE5D-AC33-3972-F9F7-12BDDA67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50112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BD6672-B6E3-DC88-6CAE-07F1BF657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B61F1F-415F-33E8-43C7-5C3CC61143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903B0F-97CE-03FD-5FE7-361EA0B2C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5C355F8-193F-84C8-7499-671D71DD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03366F-A084-E0C2-633D-00979986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506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4F9617B-C649-3434-773C-4F194DC46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192229-4158-735B-C516-613B18D44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3AB302-9E40-8E9E-3964-D639411570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CFAA8-8C58-4E04-8B2C-A58AF6FB89F4}" type="datetimeFigureOut">
              <a:rPr lang="es-MX" smtClean="0"/>
              <a:t>21/06/2026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4D822E-2DF5-ADAF-C6CB-707158F0E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09377F-D890-CDAC-19AE-CEA74FC9F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09318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46E6CD5C-F886-779B-61A4-2AC1D68883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4D21617-315E-1507-9B35-B943ACBA9755}"/>
              </a:ext>
            </a:extLst>
          </p:cNvPr>
          <p:cNvSpPr txBox="1"/>
          <p:nvPr/>
        </p:nvSpPr>
        <p:spPr>
          <a:xfrm>
            <a:off x="1863701" y="704662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1760BEC-2FD9-3F08-1F37-2DA954D637D1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FF50A3AD-9153-076F-A584-80B3FB34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513347C-D0D8-A3E1-0B9C-83BA285EEF0A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A2A0AE8E-2774-FBDE-DD35-18A8C5435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970803"/>
              </p:ext>
            </p:extLst>
          </p:nvPr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65E1A129-25F5-BE44-86F6-85D3ED739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88630"/>
              </p:ext>
            </p:extLst>
          </p:nvPr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BC9E51D2-6545-1320-1ADC-A7A0F23D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89524"/>
              </p:ext>
            </p:extLst>
          </p:nvPr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79C730CD-BA86-46E4-C6A6-AD95AD22BA52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CF93CF81-F880-E1F0-C806-5357432389FB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9CB397C-1C7F-3ADA-DE24-9FD599C01DF8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499C14F8-E8AA-E5AF-B476-F27B80702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59841"/>
              </p:ext>
            </p:extLst>
          </p:nvPr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C48EE85C-9EDA-F0D0-C563-ADB917E4A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418102"/>
              </p:ext>
            </p:extLst>
          </p:nvPr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98A0350B-E370-7D8F-DD3A-67235A26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912205"/>
              </p:ext>
            </p:extLst>
          </p:nvPr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D5FC2AB0-862F-93BC-8EB4-ECF525F1C834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C1A87902-7268-0FE6-B3A6-D9CDDBD28FEF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F266A82A-1763-6DB9-A03E-851F80C2964C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BCBF698-361E-F651-6A7F-43AAA7E82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F29FCF99-5BB1-3826-55EB-068C7204DDAA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BEB7330B-4609-5EBD-5DD9-D43078892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5643750"/>
              </p:ext>
            </p:extLst>
          </p:nvPr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4BA06485-6923-24F0-0FEF-D781F97BB4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76375"/>
              </p:ext>
            </p:extLst>
          </p:nvPr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CD2DF000-612C-56FE-F91A-19F6F3D38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521828"/>
              </p:ext>
            </p:extLst>
          </p:nvPr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92D92FA3-4B24-B641-5361-371EA99D619D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02B205A5-B062-FE5F-D3D9-A5FAF9D43E2F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4D0F3B59-B8ED-D34D-DECF-3B68161E4193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6F2F2971-8E33-F592-3F71-B38E2C7F4E8B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055301F-7D83-D016-0CBD-D0ADAE4F8529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36CA8A16-4C9A-DE98-53FD-396DFEAEB0F5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FD5EEC07-2857-0C83-F582-A2BBAACEA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585131"/>
              </p:ext>
            </p:extLst>
          </p:nvPr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84421432-9889-CCA8-02EE-5354362D5E2C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A3436813-97E8-5794-1991-B63F1D2E5778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4D6FFDEC-3B8F-899C-1F13-A540A2D6D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E7F8B4ED-907A-CE91-B9CE-92E5E4648F57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546AD92-4886-74B8-6C29-2ECD6FD15EE0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894D319D-B102-A1FE-DF8D-C071D9707355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E5BB8A20-D4D0-A84C-D5DF-FA5C9DFD1754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490C30C8-F5D2-6443-96BB-EDC844E220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999068BD-3776-0179-70FE-DF8C0469FBE4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6FFB7A1-34CC-1A75-7968-1AC47F494688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ADBE2356-60B0-D36E-466E-84C3297B4B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199217"/>
              </p:ext>
            </p:extLst>
          </p:nvPr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EF3CFD5C-2AA2-BA50-AF6D-E9FAE308BD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76217"/>
              </p:ext>
            </p:extLst>
          </p:nvPr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8B5EED2E-FC23-DFE3-C66D-874A1A11D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167785"/>
              </p:ext>
            </p:extLst>
          </p:nvPr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48FC6D32-4E1C-B63D-C711-DBDE8896D082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5187DA14-6DCE-8E1B-814D-AD1FA6AAA40B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598B89E2-3042-3F2D-2DCB-7C28DE50A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64194"/>
              </p:ext>
            </p:extLst>
          </p:nvPr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C33062B9-69DB-7933-7305-B25DA7518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183762"/>
              </p:ext>
            </p:extLst>
          </p:nvPr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230E5216-60D4-3CA4-4BE7-F17F9B2965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663637"/>
              </p:ext>
            </p:extLst>
          </p:nvPr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EEEE2FAE-125A-524E-AA31-0A105B240600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3D818EF2-7E46-24FE-628F-BFB0E40BACC4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A8DBF583-CE6B-972C-EFD9-D9B4DB2F4CF7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F6C03F62-0128-F4A4-1620-F5323CE59628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F2C832F8-9966-D22D-1D64-DDA05C80C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92180"/>
              </p:ext>
            </p:extLst>
          </p:nvPr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D361E2DE-B69D-CB71-47F0-B010E4E8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95760"/>
              </p:ext>
            </p:extLst>
          </p:nvPr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F11213C5-A17C-AF9F-1D3F-1582F1FC0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488021"/>
              </p:ext>
            </p:extLst>
          </p:nvPr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637EE051-33D7-CAE1-D151-311DD9C153B5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4B88CAD1-FD73-1C15-2807-E89474FCA030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6B5D7FC2-10ED-9280-6793-F9C7F5A13D44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D4DE8C57-C94E-9595-2453-33A27DDC45F1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22426133-E86E-A767-401E-AA18D31406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5251"/>
              </p:ext>
            </p:extLst>
          </p:nvPr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A35B41BA-EDE5-30AA-2CE7-484B187C521C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89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C1E7-A30D-0F6F-8DC3-E6E57B5C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5A7D3553-ABD2-98C5-A7C1-4195440506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461615D-FC20-29D7-1F2C-F66C4C593C8A}"/>
              </a:ext>
            </a:extLst>
          </p:cNvPr>
          <p:cNvSpPr txBox="1"/>
          <p:nvPr/>
        </p:nvSpPr>
        <p:spPr>
          <a:xfrm>
            <a:off x="1505681" y="725827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85148AEE-87F8-24C5-4895-B168497452A9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711875AB-809A-535C-57B8-09EECA8A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525A6E8-3479-F61D-0E21-0344460D80D5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D990FCEF-CBDF-6234-667A-4303587A2BD0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D888A165-3AB6-3600-BD77-2F49A00BC258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4F67E983-0156-FD2C-CE9D-83DF585B950D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88CBF0CE-DC79-C97F-1C71-C047C02FAF5B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8FE8B5B0-47B6-E290-4896-82AFC73FCA4E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893E9DC-964D-F578-D588-EC2E5A436E46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041D28C1-B4ED-5ACB-DDE9-FF7825FE5B1A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07B8C8A2-E50F-E29F-A76C-CCB7C7E9C66D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56829503-4BB6-C2BF-DBE9-64F22C947615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8C323625-6445-708D-BA3D-063D755A871D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E3F897C2-B23F-AE6C-E798-89145D7C2737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B8411EB2-E74D-1CC4-C963-64887BB5ACFA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47A31C0-8348-F99D-2E9B-7B8978115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89AE44D4-A059-24DB-8899-E1A39A993A6B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D81C7882-FBB0-7AAF-7CB6-91DA9208414F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0C478142-BB00-C23D-D041-24D39AB07B31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D613E920-8BFF-D857-ECE2-66E9CB737E74}"/>
              </a:ext>
            </a:extLst>
          </p:cNvPr>
          <p:cNvGraphicFramePr>
            <a:graphicFrameLocks noGrp="1"/>
          </p:cNvGraphicFramePr>
          <p:nvPr/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DE7364D1-DB01-CA0A-A472-25E45FC823C6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3E2BA678-10AC-58C2-1030-2D4F0F3697D0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F0FEE23E-3E4F-53FE-CD80-64C3E7B1242D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2B4D737E-4FD2-D59E-FD0C-340C98BAD815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6FAED6BB-8069-6CB0-FFB4-492B78855D54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FB18C973-294B-CF0F-6437-B576DD7EB237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382B8261-A566-23C3-54B1-5466C4EC6D63}"/>
              </a:ext>
            </a:extLst>
          </p:cNvPr>
          <p:cNvGraphicFramePr>
            <a:graphicFrameLocks noGrp="1"/>
          </p:cNvGraphicFramePr>
          <p:nvPr/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BCEA757E-AC92-8107-1460-EC4383BBCD9D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07845657-C3E9-F2E2-E5BC-FD9D4989846F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F344CF66-53D3-2B25-3AAC-44AFA8E33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19D49BC7-0475-A331-6AAC-3ABCC5380C16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75F719A5-E4CF-427E-C7B2-FD6510A529C5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BDDB777E-50B3-5850-3DAE-F033FB71CE4C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74CDD75A-DCF3-DF3B-D545-5143A3FE75BD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7101F637-2670-FF81-25FF-B9DEB7D0C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DFC3F979-D16F-4F15-87CF-31D5EA2B5BD4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07641E86-0240-7070-0304-D78519579943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FECB0120-15BE-287E-E7C4-800E3D565895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71B44B30-669B-C66A-D185-D3AEC8EF6DDF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CB1DCC9D-B151-B38D-50D7-F66BB836B09D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3B2D3739-0EAD-788D-716E-F97A96466A17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C0D6CD19-D33A-E51D-88CF-8CE2D7BB0289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52641094-ED58-4111-2FAB-D83F4394940E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397C6D22-A8FB-7085-2350-38BEC38F1CC4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BF8C20FF-939D-ADBF-AF52-93C41DB7960A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408CB14F-FBB1-9ABF-D8BD-E83A66D7EA5B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E6C1AAB2-8916-F219-FE24-838003BB368B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5F95B4D3-450C-4BA9-A02B-D51ACC15FA61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43238E61-D438-9E6F-DC3A-F6114FA43000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40119056-0DBA-DA75-5769-0E2515CC409F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1B70EC5E-7ADF-7B7D-D595-1EBCFF21E2A9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78B91F10-DDD2-4FDD-4696-F873F7E173E7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AC9C68A2-4D88-245E-F6F0-CED32512C52E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2453EE3E-5967-4D31-4912-5B2E6DB1A09D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600A6958-44B3-752C-D86C-5A9DFA008A5A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D735D18B-B397-F4E1-7745-0111F588C593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7470F823-9BC9-8BC6-DA44-3618CB95BA81}"/>
              </a:ext>
            </a:extLst>
          </p:cNvPr>
          <p:cNvGraphicFramePr>
            <a:graphicFrameLocks noGrp="1"/>
          </p:cNvGraphicFramePr>
          <p:nvPr/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F1869A4B-0D9C-6FE8-4AB6-F108CB378C82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4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3673-4CDB-2C1B-B7EC-795B55F75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91853062-A4BB-09AD-EA4A-E21DDA16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B65ED3F-B3CE-BE5B-6F6E-B1AE64992642}"/>
              </a:ext>
            </a:extLst>
          </p:cNvPr>
          <p:cNvSpPr txBox="1"/>
          <p:nvPr/>
        </p:nvSpPr>
        <p:spPr>
          <a:xfrm>
            <a:off x="1505681" y="725827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F04BB6C-B28F-CB57-428A-43CEC4853AC8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672C361B-981D-2D3C-84D6-9B140BE834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4716E94-7A12-2431-2E02-266F163BD0DF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A41AEE6E-5121-AD86-A95A-2F1B98BC669F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BF9837CF-B2F3-8C02-D658-FA0628DB5C6E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67FA21D9-F033-C092-BE5E-306180956391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1C7800DD-6454-5C9D-7822-3D28CA203281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547683A8-B340-67BE-D2D9-9CAA840C3D83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A3B0D9F-4EDE-A972-2699-E6E117C16C3D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9D9366C2-2DA8-9867-CC88-8DD38DF4125F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70F9CED3-AF18-5472-FB15-34D2B05C0575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EF178087-2762-A4C8-1414-6618935DDE6E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F8A59EFF-BE13-C7D2-7243-BC6062932FC6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FDB840E4-F9DF-3D27-54B5-707C9A34FFD3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7A0BB3BA-C467-BBF4-2FDB-BF65BBE4EB3F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C733822C-1D0E-9B82-F95E-A1092603B8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CDF5696D-D328-A635-908C-B8509D63801F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1175325D-EC2A-7B71-7D1C-36070E49C9A6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16FA464B-3676-9BD0-1766-42136E7A0399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24472620-F74E-98B1-FC93-7DB545446C26}"/>
              </a:ext>
            </a:extLst>
          </p:cNvPr>
          <p:cNvGraphicFramePr>
            <a:graphicFrameLocks noGrp="1"/>
          </p:cNvGraphicFramePr>
          <p:nvPr/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41FE5528-95FE-12AC-55FB-572E664A476B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568F1B8E-D978-C6A7-F957-8705964E926A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D4985A18-E8BF-7CCA-B0A1-3CE82EF04718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27E571A3-925C-6741-6D91-9B2F45F732C4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2CB207AF-A400-9091-BEBF-B71D51D5C302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139387C2-0809-6581-75B0-A2C0E102294E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971F5977-8302-C2E8-C871-482F97AB1F2A}"/>
              </a:ext>
            </a:extLst>
          </p:cNvPr>
          <p:cNvGraphicFramePr>
            <a:graphicFrameLocks noGrp="1"/>
          </p:cNvGraphicFramePr>
          <p:nvPr/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46A212E7-52C7-07FA-704A-6A7F90927BDF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5BF9BD12-FE3C-2D09-3D15-F5700B3E1898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717DF368-AC5A-45B9-F3ED-48895DA44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CF7F8B98-61E7-1D63-9C4F-73684E7106F8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C07625EC-38C5-9DF2-DF71-CAADD572A90F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E9FCE1A4-C28D-1059-0DB9-4356F89F9D94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F10584F9-7948-9EFB-4464-BF9A742CA93D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24A83F14-ABE6-25A1-CECC-F118D9D49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C0D330BF-2B47-665E-467E-886A39AEAF25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FAFDEFA7-00D3-DA28-041A-299189FEF4AD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BE9B4439-EDDE-84ED-F5A5-DBEA4E56EA29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D0C81FFA-2FDF-E765-34EC-A69CE7AD2C48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00EA59A0-FFA5-7C1F-E6F8-672094CB3B42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ADAD4F47-5D89-072A-B839-E23D92BF7EB3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6B17B9C6-1FFC-1E77-D3E2-DB5074989A96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8471425D-9E46-ABF0-E2F7-56A322225FB2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C78F0AD0-F3F4-41EF-EB18-E449E900A94A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0715314B-0388-AF24-F6C2-9E6A317BB041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9A87FEF8-0DC9-119F-7784-9530A96204FC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2F0E018E-7CA6-8C4B-453F-41612CDB5750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81B7DBE7-E4C5-3734-5D39-0456BBE64320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D13131C1-1575-5D66-C994-2997E1B26308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E0A3CCF2-9B7E-C7EC-BE36-2DB9F8A5692F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1CF37DCC-6D96-670E-CD01-4155ADB6D187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0425D5E6-8F55-AC1A-6CB4-E125F925F55D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E4173721-2BCF-D051-A7DC-DF31C4A7DBB2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CB757FB3-8234-68DC-9C42-EBCC14309AAF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0C3FF2CB-133F-5AE5-317D-5605E38CB598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29D3CBB1-FA18-7BA8-C444-22F80AAA7DCF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B369C3F8-8E0D-8FE2-1A72-AA16A998C3AD}"/>
              </a:ext>
            </a:extLst>
          </p:cNvPr>
          <p:cNvGraphicFramePr>
            <a:graphicFrameLocks noGrp="1"/>
          </p:cNvGraphicFramePr>
          <p:nvPr/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B97097A5-459E-EF0F-D3FA-6BA6405A24C5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0471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28FA-9DC0-95C7-C8FC-B65E9C75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DADC8FBD-C805-C26D-6DC7-28D6A1425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9C415C3-3F70-DDB8-CBC0-97BCD4F48F98}"/>
              </a:ext>
            </a:extLst>
          </p:cNvPr>
          <p:cNvSpPr txBox="1"/>
          <p:nvPr/>
        </p:nvSpPr>
        <p:spPr>
          <a:xfrm>
            <a:off x="1505681" y="725827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72117672-0FAC-70A5-BB2D-8BD61D08472B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73EB6309-69A5-5A02-5BF0-9869DDD9C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9C687FD-16B2-1E3F-A6EA-E1682C6F8FAF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912F4B-CE66-9A83-E9CB-B54D468AC6A2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617AEB71-5C2A-1036-AE21-FF7C614FF5F2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5B4CD5F6-C943-E5B2-6BAF-306FA5B9BCF6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AD8FF3FD-11C6-E1BB-2E12-E1938908AC2C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2C3D7E87-E7F0-0C30-7A20-169FED22E7FF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AEA1A27-381F-8E8C-E9CF-8AC9A025CD97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F452EC9C-8875-14D0-9849-B0F5E08AF0AC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FE6894B5-A18F-1C24-4E87-BC137463FED9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41EFFB51-FD2B-4605-F85E-39D55799114F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07E632AE-4DB3-0EF0-7F9F-4046523132CA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AC7B780A-2524-4595-BF81-A901A063168E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4512C592-7A03-0459-35DD-6E8EB1CF1CF7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B6AF184-8CE2-BD32-D27E-B51868C0CD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D06735C2-F034-4376-3835-293D135D1CED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0617906D-7119-B6D4-6DE7-1C9DE112B38E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703A1DE7-CC80-6FE4-B8AA-BD466D887A0A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F054A63A-BCE0-9738-373B-9ECF06F208ED}"/>
              </a:ext>
            </a:extLst>
          </p:cNvPr>
          <p:cNvGraphicFramePr>
            <a:graphicFrameLocks noGrp="1"/>
          </p:cNvGraphicFramePr>
          <p:nvPr/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3EA6C535-F833-138D-A8E9-5D78FA50D051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24863D7C-AF0E-442A-CD57-626EF3BEC69D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1D60E74E-8A5D-DCE9-5CED-1F33402A33C9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3C419691-4B25-B496-3878-848E905600A8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71F86234-26D3-C9B0-432F-1D743F4A1BC0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1C384C5A-D85B-8569-0540-434FD5DD9B97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48880A39-1FA6-1DCF-DF2B-20053718D37E}"/>
              </a:ext>
            </a:extLst>
          </p:cNvPr>
          <p:cNvGraphicFramePr>
            <a:graphicFrameLocks noGrp="1"/>
          </p:cNvGraphicFramePr>
          <p:nvPr/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9946A941-DFC4-EA2F-EB68-74F582951F89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36EC9CE0-7E6A-DD54-96D1-33D26E0CA8EA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DA7799DA-D90F-442E-269F-DDD9D002B4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ADF32B0F-B91A-C473-8530-B82F9CFCC104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956288D2-7458-A1A0-C5A1-39CEF579CABD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5003183-884E-A8B4-DC7C-430AAD2128F2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EEB7B4E6-1A7B-6412-76DE-B9821AE8049B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85777336-87C5-BE72-7872-14FF512408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C6D71FDF-077E-46ED-BAE4-5F1151C865B8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90BFFDA6-969E-4E70-898F-CDB51165270C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8F20B86E-6D59-0935-BA90-E6A5E535C7DF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1D77A97D-171B-E3DC-C546-0E4E8BE04A40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9AF71F23-5528-4288-102C-A66D5716D941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3C790416-121E-00DC-A9A7-2E87A3DD9890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26F501FB-D8CF-9B07-0107-368E92E12F83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61916F4D-8ECE-5CCC-2A37-2076E2B6B297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73D19557-7510-3A1F-FC6E-CF27D49E5595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13D64075-1D6D-3A96-BA17-8B44F80144CC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CE0FD9B5-5BE3-076B-16F7-AFB78E78C2BC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63C7B82F-81EA-D049-347B-5EB8F0744E91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313799F2-6C5F-9DFC-D772-8EC3BD565BDF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89085A2C-BE8D-1A55-665A-21B821363147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96E53CBD-FC5C-25E9-E343-E6F0320C1733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070316EE-9587-7808-D376-CF622AF5549E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A04FA413-0D66-5402-6382-B8673AB3566E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B0209605-2ED1-FDE9-BDEE-8B6F77F8889E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B2E6396D-8AB7-27AC-2F57-B8ADECED43CA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D5797C50-9294-EFFB-F7ED-75F5FA2F08CD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63CACAEF-8F02-268C-B793-B5FCA0F6D01F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6E4AF6E1-8D44-A698-1904-E79FE5C71683}"/>
              </a:ext>
            </a:extLst>
          </p:cNvPr>
          <p:cNvGraphicFramePr>
            <a:graphicFrameLocks noGrp="1"/>
          </p:cNvGraphicFramePr>
          <p:nvPr/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C37FE52A-DC55-E9F5-F5F4-4DF300E1129C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426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2475</TotalTime>
  <Words>703</Words>
  <Application>Microsoft Office PowerPoint</Application>
  <PresentationFormat>Panorámica</PresentationFormat>
  <Paragraphs>504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1" baseType="lpstr">
      <vt:lpstr>Aptos Narrow</vt:lpstr>
      <vt:lpstr>Arial</vt:lpstr>
      <vt:lpstr>Calibri</vt:lpstr>
      <vt:lpstr>Calibri Light</vt:lpstr>
      <vt:lpstr>Roboto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GARCIA BAEZ ANGEL</dc:creator>
  <cp:lastModifiedBy>GARCIA BAEZ ANGEL</cp:lastModifiedBy>
  <cp:revision>3</cp:revision>
  <dcterms:created xsi:type="dcterms:W3CDTF">2026-05-22T14:36:28Z</dcterms:created>
  <dcterms:modified xsi:type="dcterms:W3CDTF">2026-06-23T18:03:43Z</dcterms:modified>
</cp:coreProperties>
</file>