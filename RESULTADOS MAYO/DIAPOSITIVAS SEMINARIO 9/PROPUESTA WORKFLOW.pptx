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1" d="100"/>
          <a:sy n="91" d="100"/>
        </p:scale>
        <p:origin x="229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F7BFB2-08D1-266A-76D6-6DE4C6577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F88D90-9B96-4788-7473-ADE65BE9F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61A9BD-A1D8-D108-51AB-AF8CEE84C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2743FD-DD5D-4250-0151-1844D212C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0A81CD-151C-76F8-BA0A-C2B72127C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09396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F0596-2AB0-4AB8-4695-B0DB6D066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DDEEE3-3712-F6CB-65A4-39237BD0A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0E1649-59AA-5015-05AF-335FBDCF8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4E5FA7-AA41-1205-9CDC-F2030D78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D89AD4-36CC-A601-6398-2C4A32D6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90368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381B3E-30F3-7FAD-4A95-BB559167D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B5548F7-07AF-CEE9-EE2A-811BF4782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D71BEE-9C02-CBE3-A1B8-56550970E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80823F-836F-6717-2629-3BDD2145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E6B919-ABB7-F194-3E19-A8551EB59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204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B7805-AB6C-055C-7BFA-AB10EFC7F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E14FD-87DC-C008-0C70-57ACE15F0F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1ACA548-1850-4867-3AA2-0285274889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94B12D5-7FD0-036B-4AAF-CB18F3A0E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F62C177-C658-CC06-72F9-9950B20A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F267814-0C7A-55ED-3833-6212FB7AF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50060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B211F-3217-BDA2-0F3C-7BA3D5421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EE7657-D045-D514-437A-2A8D9283E6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CA363E0-8FA2-DBC0-6323-31F939E353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45D860-5316-A7D8-E984-64667DEF4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4B0C4EF-1CED-B36B-8327-E78A56BE30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A7B19EF-133A-3CD9-618D-C69AEE83A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0A84D48-FDE7-E57D-BAEA-697A9637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C5267BD-726F-79BB-C0CE-A18021D1F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945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36AC9A-BEE8-A947-AF2F-E5453C8CC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048FCBF-B4B9-CDA4-682A-35FC20EC7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46EAFC-A3E5-9AF7-DC57-9A24543D3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B8620D0-3436-10AF-A2CA-B9C9C8FA3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76651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751427E-9B51-7734-22E5-D2278F406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18013F4-9493-49CA-5419-3FB9E6767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BFE95B-963D-5E25-2267-CAEC1E59A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5994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B95616-EB4C-B2BE-6DF4-CED9609CE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65CFCA-C8D3-85F7-C40E-F837D3752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326211B-C129-12AF-5EC6-238AC3D1D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F798C3F-A99A-BA2D-0E9F-FAEA5A69B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1F79620-FF89-21DB-7F96-FA204E58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65A0E75-33BC-2713-A3F3-0281B71ED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7042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3DF76-0D31-49DE-1172-99C8D0967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42934C9-178A-BAE6-090D-9E39E866DE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047874F-2541-EEDD-4ECF-F04BB67CA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749186-DC96-F8E8-F4AD-2FD6F41E0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27944D-F137-0237-9AC8-F8F3581AC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CF85EE-8A07-0B37-B28D-33B17DCE4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76703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7A07ED-33B3-B5C7-542A-DACCC054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3481D37-C212-4421-D0D4-72F4BE906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5D4F9B-6989-2058-C24C-9A59C2453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944AB9-9E3C-2830-9EE1-F54384D2A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2CEE5D-AC33-3972-F9F7-12BDDA67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50112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BD6672-B6E3-DC88-6CAE-07F1BF657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B61F1F-415F-33E8-43C7-5C3CC61143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903B0F-97CE-03FD-5FE7-361EA0B2C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5C355F8-193F-84C8-7499-671D71DD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03366F-A084-E0C2-633D-00979986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506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4F9617B-C649-3434-773C-4F194DC46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192229-4158-735B-C516-613B18D44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3AB302-9E40-8E9E-3964-D639411570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CFAA8-8C58-4E04-8B2C-A58AF6FB89F4}" type="datetimeFigureOut">
              <a:rPr lang="es-MX" smtClean="0"/>
              <a:t>22/05/2026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4D822E-2DF5-ADAF-C6CB-707158F0E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09377F-D890-CDAC-19AE-CEA74FC9FC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09318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46E6CD5C-F886-779B-61A4-2AC1D68883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4D21617-315E-1507-9B35-B943ACBA9755}"/>
              </a:ext>
            </a:extLst>
          </p:cNvPr>
          <p:cNvSpPr txBox="1"/>
          <p:nvPr/>
        </p:nvSpPr>
        <p:spPr>
          <a:xfrm>
            <a:off x="1863701" y="704662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01760BEC-2FD9-3F08-1F37-2DA954D637D1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FF50A3AD-9153-076F-A584-80B3FB34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513347C-D0D8-A3E1-0B9C-83BA285EEF0A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A2A0AE8E-2774-FBDE-DD35-18A8C5435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970803"/>
              </p:ext>
            </p:extLst>
          </p:nvPr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65E1A129-25F5-BE44-86F6-85D3ED739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188630"/>
              </p:ext>
            </p:extLst>
          </p:nvPr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BC9E51D2-6545-1320-1ADC-A7A0F23DF4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989524"/>
              </p:ext>
            </p:extLst>
          </p:nvPr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79C730CD-BA86-46E4-C6A6-AD95AD22BA52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CF93CF81-F880-E1F0-C806-5357432389FB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29CB397C-1C7F-3ADA-DE24-9FD599C01DF8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499C14F8-E8AA-E5AF-B476-F27B80702F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59841"/>
              </p:ext>
            </p:extLst>
          </p:nvPr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C48EE85C-9EDA-F0D0-C563-ADB917E4A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418102"/>
              </p:ext>
            </p:extLst>
          </p:nvPr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98A0350B-E370-7D8F-DD3A-67235A26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912205"/>
              </p:ext>
            </p:extLst>
          </p:nvPr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D5FC2AB0-862F-93BC-8EB4-ECF525F1C834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C1A87902-7268-0FE6-B3A6-D9CDDBD28FEF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F266A82A-1763-6DB9-A03E-851F80C2964C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4BCBF698-361E-F651-6A7F-43AAA7E825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F29FCF99-5BB1-3826-55EB-068C7204DDAA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BEB7330B-4609-5EBD-5DD9-D43078892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5643750"/>
              </p:ext>
            </p:extLst>
          </p:nvPr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4BA06485-6923-24F0-0FEF-D781F97BB4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676375"/>
              </p:ext>
            </p:extLst>
          </p:nvPr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CD2DF000-612C-56FE-F91A-19F6F3D38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521828"/>
              </p:ext>
            </p:extLst>
          </p:nvPr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92D92FA3-4B24-B641-5361-371EA99D619D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02B205A5-B062-FE5F-D3D9-A5FAF9D43E2F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4D0F3B59-B8ED-D34D-DECF-3B68161E4193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6F2F2971-8E33-F592-3F71-B38E2C7F4E8B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F055301F-7D83-D016-0CBD-D0ADAE4F8529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36CA8A16-4C9A-DE98-53FD-396DFEAEB0F5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FD5EEC07-2857-0C83-F582-A2BBAACEA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585131"/>
              </p:ext>
            </p:extLst>
          </p:nvPr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84421432-9889-CCA8-02EE-5354362D5E2C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A3436813-97E8-5794-1991-B63F1D2E5778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4D6FFDEC-3B8F-899C-1F13-A540A2D6D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E7F8B4ED-907A-CE91-B9CE-92E5E4648F57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2546AD92-4886-74B8-6C29-2ECD6FD15EE0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894D319D-B102-A1FE-DF8D-C071D9707355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E5BB8A20-D4D0-A84C-D5DF-FA5C9DFD1754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490C30C8-F5D2-6443-96BB-EDC844E220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999068BD-3776-0179-70FE-DF8C0469FBE4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A6FFB7A1-34CC-1A75-7968-1AC47F494688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ADBE2356-60B0-D36E-466E-84C3297B4B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199217"/>
              </p:ext>
            </p:extLst>
          </p:nvPr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EF3CFD5C-2AA2-BA50-AF6D-E9FAE308BD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976217"/>
              </p:ext>
            </p:extLst>
          </p:nvPr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8B5EED2E-FC23-DFE3-C66D-874A1A11D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167785"/>
              </p:ext>
            </p:extLst>
          </p:nvPr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48FC6D32-4E1C-B63D-C711-DBDE8896D082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5187DA14-6DCE-8E1B-814D-AD1FA6AAA40B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598B89E2-3042-3F2D-2DCB-7C28DE50AB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64194"/>
              </p:ext>
            </p:extLst>
          </p:nvPr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C33062B9-69DB-7933-7305-B25DA7518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183762"/>
              </p:ext>
            </p:extLst>
          </p:nvPr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230E5216-60D4-3CA4-4BE7-F17F9B2965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663637"/>
              </p:ext>
            </p:extLst>
          </p:nvPr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EEEE2FAE-125A-524E-AA31-0A105B240600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3D818EF2-7E46-24FE-628F-BFB0E40BACC4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A8DBF583-CE6B-972C-EFD9-D9B4DB2F4CF7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F6C03F62-0128-F4A4-1620-F5323CE59628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F2C832F8-9966-D22D-1D64-DDA05C80C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92180"/>
              </p:ext>
            </p:extLst>
          </p:nvPr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D361E2DE-B69D-CB71-47F0-B010E4E85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95760"/>
              </p:ext>
            </p:extLst>
          </p:nvPr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F11213C5-A17C-AF9F-1D3F-1582F1FC0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488021"/>
              </p:ext>
            </p:extLst>
          </p:nvPr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637EE051-33D7-CAE1-D151-311DD9C153B5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4B88CAD1-FD73-1C15-2807-E89474FCA030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6B5D7FC2-10ED-9280-6793-F9C7F5A13D44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D4DE8C57-C94E-9595-2453-33A27DDC45F1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22426133-E86E-A767-401E-AA18D31406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25251"/>
              </p:ext>
            </p:extLst>
          </p:nvPr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A35B41BA-EDE5-30AA-2CE7-484B187C521C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8905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175</Words>
  <Application>Microsoft Office PowerPoint</Application>
  <PresentationFormat>Panorámica</PresentationFormat>
  <Paragraphs>126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8" baseType="lpstr">
      <vt:lpstr>Aptos Narrow</vt:lpstr>
      <vt:lpstr>Arial</vt:lpstr>
      <vt:lpstr>Calibri</vt:lpstr>
      <vt:lpstr>Calibri Light</vt:lpstr>
      <vt:lpstr>Roboto</vt:lpstr>
      <vt:lpstr>Times New Roman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GARCIA BAEZ ANGEL</dc:creator>
  <cp:lastModifiedBy>GARCIA BAEZ ANGEL</cp:lastModifiedBy>
  <cp:revision>2</cp:revision>
  <dcterms:created xsi:type="dcterms:W3CDTF">2026-05-22T14:36:28Z</dcterms:created>
  <dcterms:modified xsi:type="dcterms:W3CDTF">2026-05-22T15:23:13Z</dcterms:modified>
</cp:coreProperties>
</file>