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8"/>
  </p:notesMasterIdLst>
  <p:sldIdLst>
    <p:sldId id="256" r:id="rId2"/>
    <p:sldId id="383" r:id="rId3"/>
    <p:sldId id="389" r:id="rId4"/>
    <p:sldId id="327" r:id="rId5"/>
    <p:sldId id="382" r:id="rId6"/>
    <p:sldId id="390" r:id="rId7"/>
    <p:sldId id="363" r:id="rId8"/>
    <p:sldId id="346" r:id="rId9"/>
    <p:sldId id="395" r:id="rId10"/>
    <p:sldId id="396" r:id="rId11"/>
    <p:sldId id="397" r:id="rId12"/>
    <p:sldId id="398" r:id="rId13"/>
    <p:sldId id="399" r:id="rId14"/>
    <p:sldId id="400" r:id="rId15"/>
    <p:sldId id="401" r:id="rId16"/>
    <p:sldId id="402" r:id="rId17"/>
    <p:sldId id="403" r:id="rId18"/>
    <p:sldId id="404" r:id="rId19"/>
    <p:sldId id="406" r:id="rId20"/>
    <p:sldId id="386" r:id="rId21"/>
    <p:sldId id="392" r:id="rId22"/>
    <p:sldId id="387" r:id="rId23"/>
    <p:sldId id="388" r:id="rId24"/>
    <p:sldId id="379" r:id="rId25"/>
    <p:sldId id="380" r:id="rId26"/>
    <p:sldId id="407" r:id="rId27"/>
  </p:sldIdLst>
  <p:sldSz cx="9144000" cy="6858000" type="screen4x3"/>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
    <a:wholeTbl>
      <a:tcTxStyle>
        <a:font>
          <a:latin typeface="+mn-lt"/>
          <a:ea typeface="+mn-ea"/>
          <a:cs typeface="+mn-cs"/>
        </a:font>
        <a:srgbClr val="000000"/>
      </a:tcTxStyle>
      <a:tcStyle>
        <a:tcBdr>
          <a:left>
            <a:ln w="12701" cap="flat" cmpd="sng" algn="ctr">
              <a:solidFill>
                <a:srgbClr val="FFFFFF"/>
              </a:solidFill>
              <a:prstDash val="solid"/>
              <a:round/>
              <a:headEnd type="none" w="med" len="med"/>
              <a:tailEnd type="none" w="med" len="med"/>
            </a:ln>
          </a:left>
          <a:right>
            <a:ln w="12701" cap="flat" cmpd="sng" algn="ctr">
              <a:solidFill>
                <a:srgbClr val="FFFFFF"/>
              </a:solidFill>
              <a:prstDash val="solid"/>
              <a:round/>
              <a:headEnd type="none" w="med" len="med"/>
              <a:tailEnd type="none" w="med" len="med"/>
            </a:ln>
          </a:right>
          <a:top>
            <a:ln w="12701" cap="flat" cmpd="sng" algn="ctr">
              <a:solidFill>
                <a:srgbClr val="FFFFFF"/>
              </a:solidFill>
              <a:prstDash val="solid"/>
              <a:round/>
              <a:headEnd type="none" w="med" len="med"/>
              <a:tailEnd type="none" w="med" len="med"/>
            </a:ln>
          </a:top>
          <a:bottom>
            <a:ln w="12701" cap="flat" cmpd="sng" algn="ctr">
              <a:solidFill>
                <a:srgbClr val="FFFFFF"/>
              </a:solidFill>
              <a:prstDash val="solid"/>
              <a:round/>
              <a:headEnd type="none" w="med" len="med"/>
              <a:tailEnd type="none" w="med" len="med"/>
            </a:ln>
          </a:bottom>
        </a:tcBdr>
        <a:fill>
          <a:solidFill>
            <a:srgbClr val="E9EDF4"/>
          </a:solidFill>
        </a:fill>
      </a:tcStyle>
    </a:wholeTbl>
    <a:band1H>
      <a:tcStyle>
        <a:tcBdr/>
        <a:fill>
          <a:solidFill>
            <a:srgbClr val="D0D8E8"/>
          </a:solidFill>
        </a:fill>
      </a:tcStyle>
    </a:band1H>
    <a:band2H>
      <a:tcStyle>
        <a:tcBdr/>
      </a:tcStyle>
    </a:band2H>
    <a:band1V>
      <a:tcStyle>
        <a:tcBdr/>
        <a:fill>
          <a:solidFill>
            <a:srgbClr val="D0D8E8"/>
          </a:solidFill>
        </a:fill>
      </a:tcStyle>
    </a:band1V>
    <a:band2V>
      <a:tcStyle>
        <a:tcBdr/>
      </a:tcStyle>
    </a:band2V>
    <a:lastCol>
      <a:tcTxStyle b="on">
        <a:font>
          <a:latin typeface="+mn-lt"/>
          <a:ea typeface="+mn-ea"/>
          <a:cs typeface="+mn-cs"/>
        </a:font>
        <a:srgbClr val="FFFFFF"/>
      </a:tcTxStyle>
      <a:tcStyle>
        <a:tcBdr/>
        <a:fill>
          <a:solidFill>
            <a:srgbClr val="4F81BD"/>
          </a:solidFill>
        </a:fill>
      </a:tcStyle>
    </a:lastCol>
    <a:firstCol>
      <a:tcTxStyle b="on">
        <a:font>
          <a:latin typeface="+mn-lt"/>
          <a:ea typeface="+mn-ea"/>
          <a:cs typeface="+mn-cs"/>
        </a:font>
        <a:srgbClr val="FFFFFF"/>
      </a:tcTxStyle>
      <a:tcStyle>
        <a:tcBdr/>
        <a:fill>
          <a:solidFill>
            <a:srgbClr val="4F81BD"/>
          </a:solidFill>
        </a:fill>
      </a:tcStyle>
    </a:firstCol>
    <a:lastRow>
      <a:tcTxStyle b="on">
        <a:font>
          <a:latin typeface="+mn-lt"/>
          <a:ea typeface="+mn-ea"/>
          <a:cs typeface="+mn-cs"/>
        </a:font>
        <a:srgbClr val="FFFFFF"/>
      </a:tcTxStyle>
      <a:tcStyle>
        <a:tcBdr>
          <a:top>
            <a:ln w="38103" cap="flat" cmpd="sng" algn="ctr">
              <a:solidFill>
                <a:srgbClr val="FFFFFF"/>
              </a:solidFill>
              <a:prstDash val="solid"/>
              <a:round/>
              <a:headEnd type="none" w="med" len="med"/>
              <a:tailEnd type="none" w="med" len="med"/>
            </a:ln>
          </a:top>
        </a:tcBdr>
        <a:fill>
          <a:solidFill>
            <a:srgbClr val="4F81BD"/>
          </a:solidFill>
        </a:fill>
      </a:tcStyle>
    </a:lastRow>
    <a:firstRow>
      <a:tcTxStyle b="on">
        <a:font>
          <a:latin typeface="+mn-lt"/>
          <a:ea typeface="+mn-ea"/>
          <a:cs typeface="+mn-cs"/>
        </a:font>
        <a:srgbClr val="FFFFFF"/>
      </a:tcTxStyle>
      <a:tcStyle>
        <a:tcBdr>
          <a:bottom>
            <a:ln w="38103" cap="flat" cmpd="sng" algn="ctr">
              <a:solidFill>
                <a:srgbClr val="FFFFFF"/>
              </a:solidFill>
              <a:prstDash val="solid"/>
              <a:round/>
              <a:headEnd type="none" w="med" len="med"/>
              <a:tailEnd type="none" w="med" len="med"/>
            </a:ln>
          </a:bottom>
        </a:tcBdr>
        <a:fill>
          <a:solidFill>
            <a:srgbClr val="4F81BD"/>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6" autoAdjust="0"/>
    <p:restoredTop sz="94660"/>
  </p:normalViewPr>
  <p:slideViewPr>
    <p:cSldViewPr snapToGrid="0">
      <p:cViewPr varScale="1">
        <p:scale>
          <a:sx n="91" d="100"/>
          <a:sy n="91" d="100"/>
        </p:scale>
        <p:origin x="316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76FE1E-CD9C-44BE-9187-5442221D77AE}" type="datetimeFigureOut">
              <a:rPr lang="es-MX" smtClean="0"/>
              <a:t>22/05/2026</a:t>
            </a:fld>
            <a:endParaRPr lang="es-MX"/>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DDF7A2-C161-4891-827A-D9A89376AF6C}" type="slidenum">
              <a:rPr lang="es-MX" smtClean="0"/>
              <a:t>‹Nº›</a:t>
            </a:fld>
            <a:endParaRPr lang="es-MX"/>
          </a:p>
        </p:txBody>
      </p:sp>
    </p:spTree>
    <p:extLst>
      <p:ext uri="{BB962C8B-B14F-4D97-AF65-F5344CB8AC3E}">
        <p14:creationId xmlns:p14="http://schemas.microsoft.com/office/powerpoint/2010/main" val="14075167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C6852-E280-236A-09A6-FA28092A820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640B436-4BBC-DEFC-FB68-141CAB1D54D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713265C-5C2F-46F6-3B06-42FDC80F4A50}"/>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9F6CDD7E-983B-65F4-5592-E29A0DD065FA}"/>
              </a:ext>
            </a:extLst>
          </p:cNvPr>
          <p:cNvSpPr>
            <a:spLocks noGrp="1"/>
          </p:cNvSpPr>
          <p:nvPr>
            <p:ph type="sldNum" sz="quarter" idx="5"/>
          </p:nvPr>
        </p:nvSpPr>
        <p:spPr/>
        <p:txBody>
          <a:bodyPr/>
          <a:lstStyle/>
          <a:p>
            <a:fld id="{12DDF7A2-C161-4891-827A-D9A89376AF6C}" type="slidenum">
              <a:rPr lang="es-MX" smtClean="0"/>
              <a:t>2</a:t>
            </a:fld>
            <a:endParaRPr lang="es-MX"/>
          </a:p>
        </p:txBody>
      </p:sp>
    </p:spTree>
    <p:extLst>
      <p:ext uri="{BB962C8B-B14F-4D97-AF65-F5344CB8AC3E}">
        <p14:creationId xmlns:p14="http://schemas.microsoft.com/office/powerpoint/2010/main" val="22592393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F8775-E4B9-451E-6634-072CD3247F0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511B19C-6CCA-4423-5ABC-1191EF1110F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F08F8C1-38E5-FFCE-83D3-7918F63A3CDD}"/>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AF1F4D77-3AC5-F64D-FDF0-567A2C41CC71}"/>
              </a:ext>
            </a:extLst>
          </p:cNvPr>
          <p:cNvSpPr>
            <a:spLocks noGrp="1"/>
          </p:cNvSpPr>
          <p:nvPr>
            <p:ph type="sldNum" sz="quarter" idx="5"/>
          </p:nvPr>
        </p:nvSpPr>
        <p:spPr/>
        <p:txBody>
          <a:bodyPr/>
          <a:lstStyle/>
          <a:p>
            <a:fld id="{12DDF7A2-C161-4891-827A-D9A89376AF6C}" type="slidenum">
              <a:rPr lang="es-MX" smtClean="0"/>
              <a:t>3</a:t>
            </a:fld>
            <a:endParaRPr lang="es-MX"/>
          </a:p>
        </p:txBody>
      </p:sp>
    </p:spTree>
    <p:extLst>
      <p:ext uri="{BB962C8B-B14F-4D97-AF65-F5344CB8AC3E}">
        <p14:creationId xmlns:p14="http://schemas.microsoft.com/office/powerpoint/2010/main" val="32891060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02A0F-4DA7-9AAD-0107-D960C5FBD8B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34968C5-88F5-4553-6D60-645E0B4E02E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86F8B8B-450F-A82C-ADCC-4A3A85128152}"/>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4786E283-5540-6817-8ABE-FBACC1A91436}"/>
              </a:ext>
            </a:extLst>
          </p:cNvPr>
          <p:cNvSpPr>
            <a:spLocks noGrp="1"/>
          </p:cNvSpPr>
          <p:nvPr>
            <p:ph type="sldNum" sz="quarter" idx="5"/>
          </p:nvPr>
        </p:nvSpPr>
        <p:spPr/>
        <p:txBody>
          <a:bodyPr/>
          <a:lstStyle/>
          <a:p>
            <a:fld id="{12DDF7A2-C161-4891-827A-D9A89376AF6C}" type="slidenum">
              <a:rPr lang="es-MX" smtClean="0"/>
              <a:t>4</a:t>
            </a:fld>
            <a:endParaRPr lang="es-MX"/>
          </a:p>
        </p:txBody>
      </p:sp>
    </p:spTree>
    <p:extLst>
      <p:ext uri="{BB962C8B-B14F-4D97-AF65-F5344CB8AC3E}">
        <p14:creationId xmlns:p14="http://schemas.microsoft.com/office/powerpoint/2010/main" val="31000573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4A08D-6A70-DA95-78E3-FD77F50E15F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A03E8BD-8FFC-6765-0735-C9712B8954F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7F56C5F-C7D4-29BE-B33E-0C1F68F8F2F8}"/>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44CFF561-0772-A7F3-2E47-82799193727F}"/>
              </a:ext>
            </a:extLst>
          </p:cNvPr>
          <p:cNvSpPr>
            <a:spLocks noGrp="1"/>
          </p:cNvSpPr>
          <p:nvPr>
            <p:ph type="sldNum" sz="quarter" idx="5"/>
          </p:nvPr>
        </p:nvSpPr>
        <p:spPr/>
        <p:txBody>
          <a:bodyPr/>
          <a:lstStyle/>
          <a:p>
            <a:fld id="{12DDF7A2-C161-4891-827A-D9A89376AF6C}" type="slidenum">
              <a:rPr lang="es-MX" smtClean="0"/>
              <a:t>7</a:t>
            </a:fld>
            <a:endParaRPr lang="es-MX"/>
          </a:p>
        </p:txBody>
      </p:sp>
    </p:spTree>
    <p:extLst>
      <p:ext uri="{BB962C8B-B14F-4D97-AF65-F5344CB8AC3E}">
        <p14:creationId xmlns:p14="http://schemas.microsoft.com/office/powerpoint/2010/main" val="33133684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43B68-0060-5111-04C7-4CEA4899113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553F781-36BC-494F-439F-751870F5B24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596BC63-4757-A2C5-F769-7ABE87E673A3}"/>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DF338F52-7864-52EC-9EDE-550AF1D5635C}"/>
              </a:ext>
            </a:extLst>
          </p:cNvPr>
          <p:cNvSpPr>
            <a:spLocks noGrp="1"/>
          </p:cNvSpPr>
          <p:nvPr>
            <p:ph type="sldNum" sz="quarter" idx="5"/>
          </p:nvPr>
        </p:nvSpPr>
        <p:spPr/>
        <p:txBody>
          <a:bodyPr/>
          <a:lstStyle/>
          <a:p>
            <a:fld id="{12DDF7A2-C161-4891-827A-D9A89376AF6C}" type="slidenum">
              <a:rPr lang="es-MX" smtClean="0"/>
              <a:t>8</a:t>
            </a:fld>
            <a:endParaRPr lang="es-MX"/>
          </a:p>
        </p:txBody>
      </p:sp>
    </p:spTree>
    <p:extLst>
      <p:ext uri="{BB962C8B-B14F-4D97-AF65-F5344CB8AC3E}">
        <p14:creationId xmlns:p14="http://schemas.microsoft.com/office/powerpoint/2010/main" val="31067154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A3AAD-3884-4B4E-6A2A-38BBF71ACAB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E86DAEB-10DC-C6EF-6FA0-CDFC8AA377D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8876A7D-3CFB-EBD4-2627-A1EBE9EA68AF}"/>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920A3B8C-C952-4495-DE34-3C0BD8A7F4EB}"/>
              </a:ext>
            </a:extLst>
          </p:cNvPr>
          <p:cNvSpPr>
            <a:spLocks noGrp="1"/>
          </p:cNvSpPr>
          <p:nvPr>
            <p:ph type="sldNum" sz="quarter" idx="5"/>
          </p:nvPr>
        </p:nvSpPr>
        <p:spPr/>
        <p:txBody>
          <a:bodyPr/>
          <a:lstStyle/>
          <a:p>
            <a:fld id="{12DDF7A2-C161-4891-827A-D9A89376AF6C}" type="slidenum">
              <a:rPr lang="es-MX" smtClean="0"/>
              <a:t>9</a:t>
            </a:fld>
            <a:endParaRPr lang="es-MX"/>
          </a:p>
        </p:txBody>
      </p:sp>
    </p:spTree>
    <p:extLst>
      <p:ext uri="{BB962C8B-B14F-4D97-AF65-F5344CB8AC3E}">
        <p14:creationId xmlns:p14="http://schemas.microsoft.com/office/powerpoint/2010/main" val="2871285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9D8DC-1471-3472-C12B-60FAD759011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A99834A-2C10-9E28-B78A-7BF89ECBFC8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8F63C97-1EE2-3C70-89CE-69229AFB31D0}"/>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190E27BD-5F21-E3C7-E3DD-7C758CA26ACC}"/>
              </a:ext>
            </a:extLst>
          </p:cNvPr>
          <p:cNvSpPr>
            <a:spLocks noGrp="1"/>
          </p:cNvSpPr>
          <p:nvPr>
            <p:ph type="sldNum" sz="quarter" idx="5"/>
          </p:nvPr>
        </p:nvSpPr>
        <p:spPr/>
        <p:txBody>
          <a:bodyPr/>
          <a:lstStyle/>
          <a:p>
            <a:fld id="{12DDF7A2-C161-4891-827A-D9A89376AF6C}" type="slidenum">
              <a:rPr lang="es-MX" smtClean="0"/>
              <a:t>10</a:t>
            </a:fld>
            <a:endParaRPr lang="es-MX"/>
          </a:p>
        </p:txBody>
      </p:sp>
    </p:spTree>
    <p:extLst>
      <p:ext uri="{BB962C8B-B14F-4D97-AF65-F5344CB8AC3E}">
        <p14:creationId xmlns:p14="http://schemas.microsoft.com/office/powerpoint/2010/main" val="38451690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12B32-D57F-A7E3-165F-ABF92DEF8D1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4CD47FB-30AA-6413-F7D9-6D59B0ACC57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3D85361-9705-4225-9382-060E554B8DE9}"/>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C76878EF-7646-A68A-5A3F-F17355C8FDE9}"/>
              </a:ext>
            </a:extLst>
          </p:cNvPr>
          <p:cNvSpPr>
            <a:spLocks noGrp="1"/>
          </p:cNvSpPr>
          <p:nvPr>
            <p:ph type="sldNum" sz="quarter" idx="5"/>
          </p:nvPr>
        </p:nvSpPr>
        <p:spPr/>
        <p:txBody>
          <a:bodyPr/>
          <a:lstStyle/>
          <a:p>
            <a:fld id="{12DDF7A2-C161-4891-827A-D9A89376AF6C}" type="slidenum">
              <a:rPr lang="es-MX" smtClean="0"/>
              <a:t>11</a:t>
            </a:fld>
            <a:endParaRPr lang="es-MX"/>
          </a:p>
        </p:txBody>
      </p:sp>
    </p:spTree>
    <p:extLst>
      <p:ext uri="{BB962C8B-B14F-4D97-AF65-F5344CB8AC3E}">
        <p14:creationId xmlns:p14="http://schemas.microsoft.com/office/powerpoint/2010/main" val="27982491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F693E-EF5F-5A66-C6CA-7C738061F3D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3611013-BEEE-FC57-E41B-83907313BFD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2DC611C-4304-30D8-D934-1D3099805036}"/>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86CA802D-F34C-5C5E-C5FE-0FE9AB243032}"/>
              </a:ext>
            </a:extLst>
          </p:cNvPr>
          <p:cNvSpPr>
            <a:spLocks noGrp="1"/>
          </p:cNvSpPr>
          <p:nvPr>
            <p:ph type="sldNum" sz="quarter" idx="5"/>
          </p:nvPr>
        </p:nvSpPr>
        <p:spPr/>
        <p:txBody>
          <a:bodyPr/>
          <a:lstStyle/>
          <a:p>
            <a:fld id="{12DDF7A2-C161-4891-827A-D9A89376AF6C}" type="slidenum">
              <a:rPr lang="es-MX" smtClean="0"/>
              <a:t>12</a:t>
            </a:fld>
            <a:endParaRPr lang="es-MX"/>
          </a:p>
        </p:txBody>
      </p:sp>
    </p:spTree>
    <p:extLst>
      <p:ext uri="{BB962C8B-B14F-4D97-AF65-F5344CB8AC3E}">
        <p14:creationId xmlns:p14="http://schemas.microsoft.com/office/powerpoint/2010/main" val="28988115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48163-0518-30EE-883D-9D08735B579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A3E70A8-7486-E1D4-027F-89C8EEF7A02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5005438-A589-EAAD-8F7A-0DB9ABC7EA4B}"/>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5FED779E-5225-C1EC-8A63-7BB37EA637FF}"/>
              </a:ext>
            </a:extLst>
          </p:cNvPr>
          <p:cNvSpPr>
            <a:spLocks noGrp="1"/>
          </p:cNvSpPr>
          <p:nvPr>
            <p:ph type="sldNum" sz="quarter" idx="5"/>
          </p:nvPr>
        </p:nvSpPr>
        <p:spPr/>
        <p:txBody>
          <a:bodyPr/>
          <a:lstStyle/>
          <a:p>
            <a:fld id="{12DDF7A2-C161-4891-827A-D9A89376AF6C}" type="slidenum">
              <a:rPr lang="es-MX" smtClean="0"/>
              <a:t>13</a:t>
            </a:fld>
            <a:endParaRPr lang="es-MX"/>
          </a:p>
        </p:txBody>
      </p:sp>
    </p:spTree>
    <p:extLst>
      <p:ext uri="{BB962C8B-B14F-4D97-AF65-F5344CB8AC3E}">
        <p14:creationId xmlns:p14="http://schemas.microsoft.com/office/powerpoint/2010/main" val="13364665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C514F-AFE6-E519-1103-E21265658DD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F77B06-64D7-6A10-2AB0-87E7B2C5EBC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8EE08C2-4460-E7B4-5BA6-258873E2C2C3}"/>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C1D2D3FF-1D50-2357-31E7-5BB84A4E05B4}"/>
              </a:ext>
            </a:extLst>
          </p:cNvPr>
          <p:cNvSpPr>
            <a:spLocks noGrp="1"/>
          </p:cNvSpPr>
          <p:nvPr>
            <p:ph type="sldNum" sz="quarter" idx="5"/>
          </p:nvPr>
        </p:nvSpPr>
        <p:spPr/>
        <p:txBody>
          <a:bodyPr/>
          <a:lstStyle/>
          <a:p>
            <a:fld id="{12DDF7A2-C161-4891-827A-D9A89376AF6C}" type="slidenum">
              <a:rPr lang="es-MX" smtClean="0"/>
              <a:t>14</a:t>
            </a:fld>
            <a:endParaRPr lang="es-MX"/>
          </a:p>
        </p:txBody>
      </p:sp>
    </p:spTree>
    <p:extLst>
      <p:ext uri="{BB962C8B-B14F-4D97-AF65-F5344CB8AC3E}">
        <p14:creationId xmlns:p14="http://schemas.microsoft.com/office/powerpoint/2010/main" val="22680422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B60C7-299E-3E9A-68D2-76BD683EDCB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42F703D-AE4E-C306-78CE-7C1C371C1D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5F25FE1-6591-0400-71C6-A941913A858B}"/>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D38EC186-DB1E-0CF6-3843-9749094EFF3D}"/>
              </a:ext>
            </a:extLst>
          </p:cNvPr>
          <p:cNvSpPr>
            <a:spLocks noGrp="1"/>
          </p:cNvSpPr>
          <p:nvPr>
            <p:ph type="sldNum" sz="quarter" idx="5"/>
          </p:nvPr>
        </p:nvSpPr>
        <p:spPr/>
        <p:txBody>
          <a:bodyPr/>
          <a:lstStyle/>
          <a:p>
            <a:fld id="{12DDF7A2-C161-4891-827A-D9A89376AF6C}" type="slidenum">
              <a:rPr lang="es-MX" smtClean="0"/>
              <a:t>15</a:t>
            </a:fld>
            <a:endParaRPr lang="es-MX"/>
          </a:p>
        </p:txBody>
      </p:sp>
    </p:spTree>
    <p:extLst>
      <p:ext uri="{BB962C8B-B14F-4D97-AF65-F5344CB8AC3E}">
        <p14:creationId xmlns:p14="http://schemas.microsoft.com/office/powerpoint/2010/main" val="42372915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41EFA-F146-868F-AFCA-0B07BABCB92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39F65B8-3928-63B8-3A7F-7ADE1E4237B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C8A9473-C811-B181-9513-DD3A5BE5E5A6}"/>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A123A414-C9AC-EDF1-B6E0-E001D75CC5C9}"/>
              </a:ext>
            </a:extLst>
          </p:cNvPr>
          <p:cNvSpPr>
            <a:spLocks noGrp="1"/>
          </p:cNvSpPr>
          <p:nvPr>
            <p:ph type="sldNum" sz="quarter" idx="5"/>
          </p:nvPr>
        </p:nvSpPr>
        <p:spPr/>
        <p:txBody>
          <a:bodyPr/>
          <a:lstStyle/>
          <a:p>
            <a:fld id="{12DDF7A2-C161-4891-827A-D9A89376AF6C}" type="slidenum">
              <a:rPr lang="es-MX" smtClean="0"/>
              <a:t>16</a:t>
            </a:fld>
            <a:endParaRPr lang="es-MX"/>
          </a:p>
        </p:txBody>
      </p:sp>
    </p:spTree>
    <p:extLst>
      <p:ext uri="{BB962C8B-B14F-4D97-AF65-F5344CB8AC3E}">
        <p14:creationId xmlns:p14="http://schemas.microsoft.com/office/powerpoint/2010/main" val="39583832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384EC-619F-1160-C776-8BEFFCD9025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2FF6894-EED3-AD3A-EFCD-2A6F5858CA6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5A347BE-696F-A937-01C1-B51381DB88AB}"/>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107F9EAC-0176-1B20-42C9-1E165E61A505}"/>
              </a:ext>
            </a:extLst>
          </p:cNvPr>
          <p:cNvSpPr>
            <a:spLocks noGrp="1"/>
          </p:cNvSpPr>
          <p:nvPr>
            <p:ph type="sldNum" sz="quarter" idx="5"/>
          </p:nvPr>
        </p:nvSpPr>
        <p:spPr/>
        <p:txBody>
          <a:bodyPr/>
          <a:lstStyle/>
          <a:p>
            <a:fld id="{12DDF7A2-C161-4891-827A-D9A89376AF6C}" type="slidenum">
              <a:rPr lang="es-MX" smtClean="0"/>
              <a:t>17</a:t>
            </a:fld>
            <a:endParaRPr lang="es-MX"/>
          </a:p>
        </p:txBody>
      </p:sp>
    </p:spTree>
    <p:extLst>
      <p:ext uri="{BB962C8B-B14F-4D97-AF65-F5344CB8AC3E}">
        <p14:creationId xmlns:p14="http://schemas.microsoft.com/office/powerpoint/2010/main" val="36752390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488BD-F4CE-B853-367D-3116CC51313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8E60022-A05E-904A-3EFE-21896FE8C6E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56BA9D8-1CF8-C00A-2604-B3121884D63E}"/>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6B3D6893-FC7E-391E-6D58-59BEA03CAA14}"/>
              </a:ext>
            </a:extLst>
          </p:cNvPr>
          <p:cNvSpPr>
            <a:spLocks noGrp="1"/>
          </p:cNvSpPr>
          <p:nvPr>
            <p:ph type="sldNum" sz="quarter" idx="5"/>
          </p:nvPr>
        </p:nvSpPr>
        <p:spPr/>
        <p:txBody>
          <a:bodyPr/>
          <a:lstStyle/>
          <a:p>
            <a:fld id="{12DDF7A2-C161-4891-827A-D9A89376AF6C}" type="slidenum">
              <a:rPr lang="es-MX" smtClean="0"/>
              <a:t>18</a:t>
            </a:fld>
            <a:endParaRPr lang="es-MX"/>
          </a:p>
        </p:txBody>
      </p:sp>
    </p:spTree>
    <p:extLst>
      <p:ext uri="{BB962C8B-B14F-4D97-AF65-F5344CB8AC3E}">
        <p14:creationId xmlns:p14="http://schemas.microsoft.com/office/powerpoint/2010/main" val="6519594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37944-3AD7-A553-B90C-43D1196DA64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1D230A4-9066-B129-3565-17D98FA5DB4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F27D6F8-E7FF-E002-1C15-D0C6A367EC26}"/>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C13A7342-C5DF-9A14-471E-CB17EA5CAC61}"/>
              </a:ext>
            </a:extLst>
          </p:cNvPr>
          <p:cNvSpPr>
            <a:spLocks noGrp="1"/>
          </p:cNvSpPr>
          <p:nvPr>
            <p:ph type="sldNum" sz="quarter" idx="5"/>
          </p:nvPr>
        </p:nvSpPr>
        <p:spPr/>
        <p:txBody>
          <a:bodyPr/>
          <a:lstStyle/>
          <a:p>
            <a:fld id="{12DDF7A2-C161-4891-827A-D9A89376AF6C}" type="slidenum">
              <a:rPr lang="es-MX" smtClean="0"/>
              <a:t>19</a:t>
            </a:fld>
            <a:endParaRPr lang="es-MX"/>
          </a:p>
        </p:txBody>
      </p:sp>
    </p:spTree>
    <p:extLst>
      <p:ext uri="{BB962C8B-B14F-4D97-AF65-F5344CB8AC3E}">
        <p14:creationId xmlns:p14="http://schemas.microsoft.com/office/powerpoint/2010/main" val="36257458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E025ED-D61E-DAF9-F8AD-CB1E00EBD158}"/>
              </a:ext>
            </a:extLst>
          </p:cNvPr>
          <p:cNvSpPr txBox="1">
            <a:spLocks noGrp="1"/>
          </p:cNvSpPr>
          <p:nvPr>
            <p:ph type="ctrTitle"/>
          </p:nvPr>
        </p:nvSpPr>
        <p:spPr>
          <a:xfrm>
            <a:off x="685800" y="2130423"/>
            <a:ext cx="7772400" cy="1470026"/>
          </a:xfrm>
        </p:spPr>
        <p:txBody>
          <a:bodyPr/>
          <a:lstStyle>
            <a:lvl1pPr>
              <a:defRPr/>
            </a:lvl1pPr>
          </a:lstStyle>
          <a:p>
            <a:pPr lvl="0"/>
            <a:r>
              <a:rPr lang="es-ES"/>
              <a:t>Clic para editar título</a:t>
            </a:r>
          </a:p>
        </p:txBody>
      </p:sp>
      <p:sp>
        <p:nvSpPr>
          <p:cNvPr id="3" name="Subtítulo 2">
            <a:extLst>
              <a:ext uri="{FF2B5EF4-FFF2-40B4-BE49-F238E27FC236}">
                <a16:creationId xmlns:a16="http://schemas.microsoft.com/office/drawing/2014/main" id="{0C98939B-576E-7A8D-3695-4B0794B5848B}"/>
              </a:ext>
            </a:extLst>
          </p:cNvPr>
          <p:cNvSpPr txBox="1">
            <a:spLocks noGrp="1"/>
          </p:cNvSpPr>
          <p:nvPr>
            <p:ph type="subTitle" idx="1"/>
          </p:nvPr>
        </p:nvSpPr>
        <p:spPr>
          <a:xfrm>
            <a:off x="1371600" y="3886200"/>
            <a:ext cx="6400800" cy="1752603"/>
          </a:xfrm>
        </p:spPr>
        <p:txBody>
          <a:bodyPr anchorCtr="1"/>
          <a:lstStyle>
            <a:lvl1pPr marL="0" indent="0" algn="ctr">
              <a:buNone/>
              <a:defRPr>
                <a:solidFill>
                  <a:srgbClr val="898989"/>
                </a:solidFill>
              </a:defRPr>
            </a:lvl1pPr>
          </a:lstStyle>
          <a:p>
            <a:pPr lvl="0"/>
            <a:r>
              <a:rPr lang="es-ES"/>
              <a:t>Haga clic para modificar el estilo de subtítulo del patrón</a:t>
            </a:r>
          </a:p>
        </p:txBody>
      </p:sp>
      <p:sp>
        <p:nvSpPr>
          <p:cNvPr id="4" name="Marcador de fecha 3">
            <a:extLst>
              <a:ext uri="{FF2B5EF4-FFF2-40B4-BE49-F238E27FC236}">
                <a16:creationId xmlns:a16="http://schemas.microsoft.com/office/drawing/2014/main" id="{12E4C8FA-E0AF-1849-7FEB-D9A70C75AEE7}"/>
              </a:ext>
            </a:extLst>
          </p:cNvPr>
          <p:cNvSpPr txBox="1">
            <a:spLocks noGrp="1"/>
          </p:cNvSpPr>
          <p:nvPr>
            <p:ph type="dt" sz="half" idx="7"/>
          </p:nvPr>
        </p:nvSpPr>
        <p:spPr/>
        <p:txBody>
          <a:bodyPr/>
          <a:lstStyle>
            <a:lvl1pPr>
              <a:defRPr/>
            </a:lvl1pPr>
          </a:lstStyle>
          <a:p>
            <a:pPr lvl="0"/>
            <a:fld id="{9A8CDAEA-488C-41EE-851B-08B9D8C5ED6A}" type="datetime1">
              <a:rPr lang="es-ES" smtClean="0"/>
              <a:t>22/05/2026</a:t>
            </a:fld>
            <a:endParaRPr lang="es-ES"/>
          </a:p>
        </p:txBody>
      </p:sp>
      <p:sp>
        <p:nvSpPr>
          <p:cNvPr id="5" name="Marcador de pie de página 4">
            <a:extLst>
              <a:ext uri="{FF2B5EF4-FFF2-40B4-BE49-F238E27FC236}">
                <a16:creationId xmlns:a16="http://schemas.microsoft.com/office/drawing/2014/main" id="{88A79AE6-6ED6-14E1-F582-3306F98D2520}"/>
              </a:ext>
            </a:extLst>
          </p:cNvPr>
          <p:cNvSpPr txBox="1">
            <a:spLocks noGrp="1"/>
          </p:cNvSpPr>
          <p:nvPr>
            <p:ph type="ftr" sz="quarter" idx="9"/>
          </p:nvPr>
        </p:nvSpPr>
        <p:spPr/>
        <p:txBody>
          <a:bodyPr/>
          <a:lstStyle>
            <a:lvl1pPr>
              <a:defRPr/>
            </a:lvl1pPr>
          </a:lstStyle>
          <a:p>
            <a:pPr lvl="0"/>
            <a:endParaRPr lang="es-ES"/>
          </a:p>
        </p:txBody>
      </p:sp>
      <p:sp>
        <p:nvSpPr>
          <p:cNvPr id="6" name="Marcador de número de diapositiva 5">
            <a:extLst>
              <a:ext uri="{FF2B5EF4-FFF2-40B4-BE49-F238E27FC236}">
                <a16:creationId xmlns:a16="http://schemas.microsoft.com/office/drawing/2014/main" id="{B655E568-BE47-BC48-4653-406D7A92EA20}"/>
              </a:ext>
            </a:extLst>
          </p:cNvPr>
          <p:cNvSpPr txBox="1">
            <a:spLocks noGrp="1"/>
          </p:cNvSpPr>
          <p:nvPr>
            <p:ph type="sldNum" sz="quarter" idx="8"/>
          </p:nvPr>
        </p:nvSpPr>
        <p:spPr/>
        <p:txBody>
          <a:bodyPr/>
          <a:lstStyle>
            <a:lvl1pPr>
              <a:defRPr/>
            </a:lvl1pPr>
          </a:lstStyle>
          <a:p>
            <a:pPr lvl="0"/>
            <a:fld id="{D2A2CADB-2C95-476E-856A-E967D195655D}" type="slidenum">
              <a:t>‹Nº›</a:t>
            </a:fld>
            <a:endParaRPr lang="es-ES"/>
          </a:p>
        </p:txBody>
      </p:sp>
    </p:spTree>
    <p:extLst>
      <p:ext uri="{BB962C8B-B14F-4D97-AF65-F5344CB8AC3E}">
        <p14:creationId xmlns:p14="http://schemas.microsoft.com/office/powerpoint/2010/main" val="2533776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F35E9E-586D-3AC9-74EE-0720AE468140}"/>
              </a:ext>
            </a:extLst>
          </p:cNvPr>
          <p:cNvSpPr txBox="1">
            <a:spLocks noGrp="1"/>
          </p:cNvSpPr>
          <p:nvPr>
            <p:ph type="title"/>
          </p:nvPr>
        </p:nvSpPr>
        <p:spPr/>
        <p:txBody>
          <a:bodyPr/>
          <a:lstStyle>
            <a:lvl1pPr>
              <a:defRPr/>
            </a:lvl1pPr>
          </a:lstStyle>
          <a:p>
            <a:pPr lvl="0"/>
            <a:r>
              <a:rPr lang="es-ES"/>
              <a:t>Clic para editar título</a:t>
            </a:r>
          </a:p>
        </p:txBody>
      </p:sp>
      <p:sp>
        <p:nvSpPr>
          <p:cNvPr id="3" name="Marcador de contenido 2">
            <a:extLst>
              <a:ext uri="{FF2B5EF4-FFF2-40B4-BE49-F238E27FC236}">
                <a16:creationId xmlns:a16="http://schemas.microsoft.com/office/drawing/2014/main" id="{F546CFD1-9038-98CA-BA30-E0F7574C4ECD}"/>
              </a:ext>
            </a:extLst>
          </p:cNvPr>
          <p:cNvSpPr txBox="1">
            <a:spLocks noGrp="1"/>
          </p:cNvSpPr>
          <p:nvPr>
            <p:ph idx="1"/>
          </p:nvPr>
        </p:nvSpPr>
        <p:spPr/>
        <p:txBody>
          <a:bodyPr/>
          <a:lstStyle>
            <a:lvl1pPr>
              <a:defRPr/>
            </a:lvl1pPr>
            <a:lvl2pPr>
              <a:defRPr/>
            </a:lvl2pPr>
            <a:lvl3pPr>
              <a:defRPr/>
            </a:lvl3pPr>
            <a:lvl4pPr>
              <a:defRPr/>
            </a:lvl4pPr>
            <a:lvl5pPr>
              <a:defRPr/>
            </a:lvl5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14B5BFFB-7D33-4559-CB11-AEDDA5DBD6D6}"/>
              </a:ext>
            </a:extLst>
          </p:cNvPr>
          <p:cNvSpPr txBox="1">
            <a:spLocks noGrp="1"/>
          </p:cNvSpPr>
          <p:nvPr>
            <p:ph type="dt" sz="half" idx="7"/>
          </p:nvPr>
        </p:nvSpPr>
        <p:spPr/>
        <p:txBody>
          <a:bodyPr/>
          <a:lstStyle>
            <a:lvl1pPr>
              <a:defRPr/>
            </a:lvl1pPr>
          </a:lstStyle>
          <a:p>
            <a:pPr lvl="0"/>
            <a:fld id="{0C5C0E2F-9D4F-4904-AFBA-432CC70F95D9}" type="datetime1">
              <a:rPr lang="es-ES" smtClean="0"/>
              <a:t>22/05/2026</a:t>
            </a:fld>
            <a:endParaRPr lang="es-ES"/>
          </a:p>
        </p:txBody>
      </p:sp>
      <p:sp>
        <p:nvSpPr>
          <p:cNvPr id="5" name="Marcador de pie de página 4">
            <a:extLst>
              <a:ext uri="{FF2B5EF4-FFF2-40B4-BE49-F238E27FC236}">
                <a16:creationId xmlns:a16="http://schemas.microsoft.com/office/drawing/2014/main" id="{B1657913-F81B-EDFC-49BF-E3864DA36409}"/>
              </a:ext>
            </a:extLst>
          </p:cNvPr>
          <p:cNvSpPr txBox="1">
            <a:spLocks noGrp="1"/>
          </p:cNvSpPr>
          <p:nvPr>
            <p:ph type="ftr" sz="quarter" idx="9"/>
          </p:nvPr>
        </p:nvSpPr>
        <p:spPr/>
        <p:txBody>
          <a:bodyPr/>
          <a:lstStyle>
            <a:lvl1pPr>
              <a:defRPr/>
            </a:lvl1pPr>
          </a:lstStyle>
          <a:p>
            <a:pPr lvl="0"/>
            <a:endParaRPr lang="es-ES"/>
          </a:p>
        </p:txBody>
      </p:sp>
      <p:sp>
        <p:nvSpPr>
          <p:cNvPr id="6" name="Marcador de número de diapositiva 5">
            <a:extLst>
              <a:ext uri="{FF2B5EF4-FFF2-40B4-BE49-F238E27FC236}">
                <a16:creationId xmlns:a16="http://schemas.microsoft.com/office/drawing/2014/main" id="{8A7C3AA1-A680-9918-3024-4E0C262375C0}"/>
              </a:ext>
            </a:extLst>
          </p:cNvPr>
          <p:cNvSpPr txBox="1">
            <a:spLocks noGrp="1"/>
          </p:cNvSpPr>
          <p:nvPr>
            <p:ph type="sldNum" sz="quarter" idx="8"/>
          </p:nvPr>
        </p:nvSpPr>
        <p:spPr/>
        <p:txBody>
          <a:bodyPr/>
          <a:lstStyle>
            <a:lvl1pPr>
              <a:defRPr/>
            </a:lvl1pPr>
          </a:lstStyle>
          <a:p>
            <a:pPr lvl="0"/>
            <a:fld id="{A20C4BF6-2150-487F-8C1E-23E793CAFD15}" type="slidenum">
              <a:t>‹Nº›</a:t>
            </a:fld>
            <a:endParaRPr lang="es-ES"/>
          </a:p>
        </p:txBody>
      </p:sp>
    </p:spTree>
    <p:extLst>
      <p:ext uri="{BB962C8B-B14F-4D97-AF65-F5344CB8AC3E}">
        <p14:creationId xmlns:p14="http://schemas.microsoft.com/office/powerpoint/2010/main" val="29906794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95E1DD-E904-E200-9AB6-E28634CA51E8}"/>
              </a:ext>
            </a:extLst>
          </p:cNvPr>
          <p:cNvSpPr txBox="1">
            <a:spLocks noGrp="1"/>
          </p:cNvSpPr>
          <p:nvPr>
            <p:ph type="title"/>
          </p:nvPr>
        </p:nvSpPr>
        <p:spPr>
          <a:xfrm>
            <a:off x="722311" y="4406895"/>
            <a:ext cx="7772400" cy="1362071"/>
          </a:xfrm>
        </p:spPr>
        <p:txBody>
          <a:bodyPr anchor="t" anchorCtr="0"/>
          <a:lstStyle>
            <a:lvl1pPr algn="l">
              <a:defRPr sz="4000" b="1" cap="all"/>
            </a:lvl1pPr>
          </a:lstStyle>
          <a:p>
            <a:pPr lvl="0"/>
            <a:r>
              <a:rPr lang="es-ES"/>
              <a:t>Clic para editar título</a:t>
            </a:r>
          </a:p>
        </p:txBody>
      </p:sp>
      <p:sp>
        <p:nvSpPr>
          <p:cNvPr id="3" name="Marcador de texto 2">
            <a:extLst>
              <a:ext uri="{FF2B5EF4-FFF2-40B4-BE49-F238E27FC236}">
                <a16:creationId xmlns:a16="http://schemas.microsoft.com/office/drawing/2014/main" id="{A50A9F3B-B930-557A-ADB6-9E4AA43A072E}"/>
              </a:ext>
            </a:extLst>
          </p:cNvPr>
          <p:cNvSpPr txBox="1">
            <a:spLocks noGrp="1"/>
          </p:cNvSpPr>
          <p:nvPr>
            <p:ph type="body" idx="1"/>
          </p:nvPr>
        </p:nvSpPr>
        <p:spPr>
          <a:xfrm>
            <a:off x="722311" y="2906713"/>
            <a:ext cx="7772400" cy="1500182"/>
          </a:xfrm>
        </p:spPr>
        <p:txBody>
          <a:bodyPr anchor="b"/>
          <a:lstStyle>
            <a:lvl1pPr marL="0" indent="0">
              <a:spcBef>
                <a:spcPts val="500"/>
              </a:spcBef>
              <a:buNone/>
              <a:defRPr sz="2000">
                <a:solidFill>
                  <a:srgbClr val="898989"/>
                </a:solidFill>
              </a:defRPr>
            </a:lvl1pPr>
          </a:lstStyle>
          <a:p>
            <a:pPr lvl="0"/>
            <a:r>
              <a:rPr lang="es-ES"/>
              <a:t>Haga clic para modificar el estilo de texto del patrón</a:t>
            </a:r>
          </a:p>
        </p:txBody>
      </p:sp>
      <p:sp>
        <p:nvSpPr>
          <p:cNvPr id="4" name="Marcador de fecha 3">
            <a:extLst>
              <a:ext uri="{FF2B5EF4-FFF2-40B4-BE49-F238E27FC236}">
                <a16:creationId xmlns:a16="http://schemas.microsoft.com/office/drawing/2014/main" id="{A96C5EB9-93E3-1E5D-8499-56316672BD35}"/>
              </a:ext>
            </a:extLst>
          </p:cNvPr>
          <p:cNvSpPr txBox="1">
            <a:spLocks noGrp="1"/>
          </p:cNvSpPr>
          <p:nvPr>
            <p:ph type="dt" sz="half" idx="7"/>
          </p:nvPr>
        </p:nvSpPr>
        <p:spPr/>
        <p:txBody>
          <a:bodyPr/>
          <a:lstStyle>
            <a:lvl1pPr>
              <a:defRPr/>
            </a:lvl1pPr>
          </a:lstStyle>
          <a:p>
            <a:pPr lvl="0"/>
            <a:fld id="{DE2A9659-F412-4D8E-8C2D-0707EA530199}" type="datetime1">
              <a:rPr lang="es-ES" smtClean="0"/>
              <a:t>22/05/2026</a:t>
            </a:fld>
            <a:endParaRPr lang="es-ES"/>
          </a:p>
        </p:txBody>
      </p:sp>
      <p:sp>
        <p:nvSpPr>
          <p:cNvPr id="5" name="Marcador de pie de página 4">
            <a:extLst>
              <a:ext uri="{FF2B5EF4-FFF2-40B4-BE49-F238E27FC236}">
                <a16:creationId xmlns:a16="http://schemas.microsoft.com/office/drawing/2014/main" id="{67094EAC-9583-90F7-9344-644F7C79902F}"/>
              </a:ext>
            </a:extLst>
          </p:cNvPr>
          <p:cNvSpPr txBox="1">
            <a:spLocks noGrp="1"/>
          </p:cNvSpPr>
          <p:nvPr>
            <p:ph type="ftr" sz="quarter" idx="9"/>
          </p:nvPr>
        </p:nvSpPr>
        <p:spPr/>
        <p:txBody>
          <a:bodyPr/>
          <a:lstStyle>
            <a:lvl1pPr>
              <a:defRPr/>
            </a:lvl1pPr>
          </a:lstStyle>
          <a:p>
            <a:pPr lvl="0"/>
            <a:endParaRPr lang="es-ES"/>
          </a:p>
        </p:txBody>
      </p:sp>
      <p:sp>
        <p:nvSpPr>
          <p:cNvPr id="6" name="Marcador de número de diapositiva 5">
            <a:extLst>
              <a:ext uri="{FF2B5EF4-FFF2-40B4-BE49-F238E27FC236}">
                <a16:creationId xmlns:a16="http://schemas.microsoft.com/office/drawing/2014/main" id="{5044E9E7-1535-C115-190B-2AE3D22EB1C3}"/>
              </a:ext>
            </a:extLst>
          </p:cNvPr>
          <p:cNvSpPr txBox="1">
            <a:spLocks noGrp="1"/>
          </p:cNvSpPr>
          <p:nvPr>
            <p:ph type="sldNum" sz="quarter" idx="8"/>
          </p:nvPr>
        </p:nvSpPr>
        <p:spPr/>
        <p:txBody>
          <a:bodyPr/>
          <a:lstStyle>
            <a:lvl1pPr>
              <a:defRPr/>
            </a:lvl1pPr>
          </a:lstStyle>
          <a:p>
            <a:pPr lvl="0"/>
            <a:fld id="{C45EC794-FA3F-4B1B-9F37-3F504C90E081}" type="slidenum">
              <a:t>‹Nº›</a:t>
            </a:fld>
            <a:endParaRPr lang="es-ES"/>
          </a:p>
        </p:txBody>
      </p:sp>
    </p:spTree>
    <p:extLst>
      <p:ext uri="{BB962C8B-B14F-4D97-AF65-F5344CB8AC3E}">
        <p14:creationId xmlns:p14="http://schemas.microsoft.com/office/powerpoint/2010/main" val="5642733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5A65B3-9828-AB24-7CBD-F93E01F85CEF}"/>
              </a:ext>
            </a:extLst>
          </p:cNvPr>
          <p:cNvSpPr txBox="1">
            <a:spLocks noGrp="1"/>
          </p:cNvSpPr>
          <p:nvPr>
            <p:ph type="title"/>
          </p:nvPr>
        </p:nvSpPr>
        <p:spPr/>
        <p:txBody>
          <a:bodyPr/>
          <a:lstStyle>
            <a:lvl1pPr>
              <a:defRPr/>
            </a:lvl1pPr>
          </a:lstStyle>
          <a:p>
            <a:pPr lvl="0"/>
            <a:r>
              <a:rPr lang="es-ES"/>
              <a:t>Clic para editar título</a:t>
            </a:r>
          </a:p>
        </p:txBody>
      </p:sp>
      <p:sp>
        <p:nvSpPr>
          <p:cNvPr id="3" name="Marcador de contenido 2">
            <a:extLst>
              <a:ext uri="{FF2B5EF4-FFF2-40B4-BE49-F238E27FC236}">
                <a16:creationId xmlns:a16="http://schemas.microsoft.com/office/drawing/2014/main" id="{73DB0A9A-1D12-7552-B52F-B3A9D568BBB4}"/>
              </a:ext>
            </a:extLst>
          </p:cNvPr>
          <p:cNvSpPr txBox="1">
            <a:spLocks noGrp="1"/>
          </p:cNvSpPr>
          <p:nvPr>
            <p:ph idx="1"/>
          </p:nvPr>
        </p:nvSpPr>
        <p:spPr>
          <a:xfrm>
            <a:off x="457200" y="1600200"/>
            <a:ext cx="4038603" cy="4525959"/>
          </a:xfrm>
        </p:spPr>
        <p:txBody>
          <a:bodyPr/>
          <a:lstStyle>
            <a:lvl1pPr>
              <a:spcBef>
                <a:spcPts val="700"/>
              </a:spcBef>
              <a:defRPr sz="2800"/>
            </a:lvl1pPr>
            <a:lvl2pPr>
              <a:spcBef>
                <a:spcPts val="600"/>
              </a:spcBef>
              <a:defRPr sz="2400"/>
            </a:lvl2pPr>
            <a:lvl3pPr>
              <a:spcBef>
                <a:spcPts val="500"/>
              </a:spcBef>
              <a:defRPr sz="2000"/>
            </a:lvl3pPr>
            <a:lvl4pPr>
              <a:spcBef>
                <a:spcPts val="400"/>
              </a:spcBef>
              <a:defRPr sz="1800"/>
            </a:lvl4pPr>
            <a:lvl5pPr>
              <a:spcBef>
                <a:spcPts val="400"/>
              </a:spcBef>
              <a:defRPr sz="1800"/>
            </a:lvl5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5F1ED6BF-7FF3-176D-B7F3-A316F8991D4E}"/>
              </a:ext>
            </a:extLst>
          </p:cNvPr>
          <p:cNvSpPr txBox="1">
            <a:spLocks noGrp="1"/>
          </p:cNvSpPr>
          <p:nvPr>
            <p:ph idx="2"/>
          </p:nvPr>
        </p:nvSpPr>
        <p:spPr>
          <a:xfrm>
            <a:off x="4648196" y="1600200"/>
            <a:ext cx="4038603" cy="4525959"/>
          </a:xfrm>
        </p:spPr>
        <p:txBody>
          <a:bodyPr/>
          <a:lstStyle>
            <a:lvl1pPr>
              <a:spcBef>
                <a:spcPts val="700"/>
              </a:spcBef>
              <a:defRPr sz="2800"/>
            </a:lvl1pPr>
            <a:lvl2pPr>
              <a:spcBef>
                <a:spcPts val="600"/>
              </a:spcBef>
              <a:defRPr sz="2400"/>
            </a:lvl2pPr>
            <a:lvl3pPr>
              <a:spcBef>
                <a:spcPts val="500"/>
              </a:spcBef>
              <a:defRPr sz="2000"/>
            </a:lvl3pPr>
            <a:lvl4pPr>
              <a:spcBef>
                <a:spcPts val="400"/>
              </a:spcBef>
              <a:defRPr sz="1800"/>
            </a:lvl4pPr>
            <a:lvl5pPr>
              <a:spcBef>
                <a:spcPts val="400"/>
              </a:spcBef>
              <a:defRPr sz="1800"/>
            </a:lvl5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A12890DB-D98B-870E-047A-FC3AF77CB4C8}"/>
              </a:ext>
            </a:extLst>
          </p:cNvPr>
          <p:cNvSpPr txBox="1">
            <a:spLocks noGrp="1"/>
          </p:cNvSpPr>
          <p:nvPr>
            <p:ph type="dt" sz="half" idx="7"/>
          </p:nvPr>
        </p:nvSpPr>
        <p:spPr/>
        <p:txBody>
          <a:bodyPr/>
          <a:lstStyle>
            <a:lvl1pPr>
              <a:defRPr/>
            </a:lvl1pPr>
          </a:lstStyle>
          <a:p>
            <a:pPr lvl="0"/>
            <a:fld id="{11C57602-86B3-41B4-9270-41600BE6F6F9}" type="datetime1">
              <a:rPr lang="es-ES" smtClean="0"/>
              <a:t>22/05/2026</a:t>
            </a:fld>
            <a:endParaRPr lang="es-ES"/>
          </a:p>
        </p:txBody>
      </p:sp>
      <p:sp>
        <p:nvSpPr>
          <p:cNvPr id="6" name="Marcador de pie de página 5">
            <a:extLst>
              <a:ext uri="{FF2B5EF4-FFF2-40B4-BE49-F238E27FC236}">
                <a16:creationId xmlns:a16="http://schemas.microsoft.com/office/drawing/2014/main" id="{466FABCE-0CD8-B25C-CE19-D7E203FDDB9D}"/>
              </a:ext>
            </a:extLst>
          </p:cNvPr>
          <p:cNvSpPr txBox="1">
            <a:spLocks noGrp="1"/>
          </p:cNvSpPr>
          <p:nvPr>
            <p:ph type="ftr" sz="quarter" idx="9"/>
          </p:nvPr>
        </p:nvSpPr>
        <p:spPr/>
        <p:txBody>
          <a:bodyPr/>
          <a:lstStyle>
            <a:lvl1pPr>
              <a:defRPr/>
            </a:lvl1pPr>
          </a:lstStyle>
          <a:p>
            <a:pPr lvl="0"/>
            <a:endParaRPr lang="es-ES"/>
          </a:p>
        </p:txBody>
      </p:sp>
      <p:sp>
        <p:nvSpPr>
          <p:cNvPr id="7" name="Marcador de número de diapositiva 6">
            <a:extLst>
              <a:ext uri="{FF2B5EF4-FFF2-40B4-BE49-F238E27FC236}">
                <a16:creationId xmlns:a16="http://schemas.microsoft.com/office/drawing/2014/main" id="{CB488491-F8EF-1F75-168A-55E5FEC9F24D}"/>
              </a:ext>
            </a:extLst>
          </p:cNvPr>
          <p:cNvSpPr txBox="1">
            <a:spLocks noGrp="1"/>
          </p:cNvSpPr>
          <p:nvPr>
            <p:ph type="sldNum" sz="quarter" idx="8"/>
          </p:nvPr>
        </p:nvSpPr>
        <p:spPr/>
        <p:txBody>
          <a:bodyPr/>
          <a:lstStyle>
            <a:lvl1pPr>
              <a:defRPr/>
            </a:lvl1pPr>
          </a:lstStyle>
          <a:p>
            <a:pPr lvl="0"/>
            <a:fld id="{65FC8373-CC52-4687-8C0D-B83CEE5A5E04}" type="slidenum">
              <a:t>‹Nº›</a:t>
            </a:fld>
            <a:endParaRPr lang="es-ES"/>
          </a:p>
        </p:txBody>
      </p:sp>
    </p:spTree>
    <p:extLst>
      <p:ext uri="{BB962C8B-B14F-4D97-AF65-F5344CB8AC3E}">
        <p14:creationId xmlns:p14="http://schemas.microsoft.com/office/powerpoint/2010/main" val="25393123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BDF83A-B14C-4F72-E8BC-CA15C2001AE1}"/>
              </a:ext>
            </a:extLst>
          </p:cNvPr>
          <p:cNvSpPr txBox="1">
            <a:spLocks noGrp="1"/>
          </p:cNvSpPr>
          <p:nvPr>
            <p:ph type="title"/>
          </p:nvPr>
        </p:nvSpPr>
        <p:spPr/>
        <p:txBody>
          <a:bodyPr/>
          <a:lstStyle>
            <a:lvl1pPr>
              <a:defRPr/>
            </a:lvl1pPr>
          </a:lstStyle>
          <a:p>
            <a:pPr lvl="0"/>
            <a:r>
              <a:rPr lang="es-ES"/>
              <a:t>Clic para editar título</a:t>
            </a:r>
          </a:p>
        </p:txBody>
      </p:sp>
      <p:sp>
        <p:nvSpPr>
          <p:cNvPr id="3" name="Marcador de texto 2">
            <a:extLst>
              <a:ext uri="{FF2B5EF4-FFF2-40B4-BE49-F238E27FC236}">
                <a16:creationId xmlns:a16="http://schemas.microsoft.com/office/drawing/2014/main" id="{58BFB945-EA8E-8DC0-9ED8-FBC356BEF2DA}"/>
              </a:ext>
            </a:extLst>
          </p:cNvPr>
          <p:cNvSpPr txBox="1">
            <a:spLocks noGrp="1"/>
          </p:cNvSpPr>
          <p:nvPr>
            <p:ph type="body" idx="1"/>
          </p:nvPr>
        </p:nvSpPr>
        <p:spPr>
          <a:xfrm>
            <a:off x="457200" y="1535113"/>
            <a:ext cx="4040184" cy="639759"/>
          </a:xfrm>
        </p:spPr>
        <p:txBody>
          <a:bodyPr anchor="b"/>
          <a:lstStyle>
            <a:lvl1pPr marL="0" indent="0">
              <a:spcBef>
                <a:spcPts val="600"/>
              </a:spcBef>
              <a:buNone/>
              <a:defRPr sz="2400" b="1"/>
            </a:lvl1pPr>
          </a:lstStyle>
          <a:p>
            <a:pPr lvl="0"/>
            <a:r>
              <a:rPr lang="es-ES"/>
              <a:t>Haga clic para modificar el estilo de texto del patrón</a:t>
            </a:r>
          </a:p>
        </p:txBody>
      </p:sp>
      <p:sp>
        <p:nvSpPr>
          <p:cNvPr id="4" name="Marcador de contenido 3">
            <a:extLst>
              <a:ext uri="{FF2B5EF4-FFF2-40B4-BE49-F238E27FC236}">
                <a16:creationId xmlns:a16="http://schemas.microsoft.com/office/drawing/2014/main" id="{0EEAEFF4-18AD-3C22-DAF3-7AFFB3A30FD5}"/>
              </a:ext>
            </a:extLst>
          </p:cNvPr>
          <p:cNvSpPr txBox="1">
            <a:spLocks noGrp="1"/>
          </p:cNvSpPr>
          <p:nvPr>
            <p:ph idx="2"/>
          </p:nvPr>
        </p:nvSpPr>
        <p:spPr>
          <a:xfrm>
            <a:off x="457200" y="2174872"/>
            <a:ext cx="4040184" cy="3951286"/>
          </a:xfrm>
        </p:spPr>
        <p:txBody>
          <a:bodyPr/>
          <a:lstStyle>
            <a:lvl1pPr>
              <a:spcBef>
                <a:spcPts val="600"/>
              </a:spcBef>
              <a:defRPr sz="2400"/>
            </a:lvl1pPr>
            <a:lvl2pPr>
              <a:spcBef>
                <a:spcPts val="500"/>
              </a:spcBef>
              <a:defRPr sz="2000"/>
            </a:lvl2pPr>
            <a:lvl3pPr>
              <a:spcBef>
                <a:spcPts val="400"/>
              </a:spcBef>
              <a:defRPr sz="1800"/>
            </a:lvl3pPr>
            <a:lvl4pPr>
              <a:spcBef>
                <a:spcPts val="400"/>
              </a:spcBef>
              <a:defRPr sz="1600"/>
            </a:lvl4pPr>
            <a:lvl5pPr>
              <a:spcBef>
                <a:spcPts val="400"/>
              </a:spcBef>
              <a:defRPr sz="1600"/>
            </a:lvl5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DD32F413-C0EB-E7A2-22C5-93AB96D8BDAE}"/>
              </a:ext>
            </a:extLst>
          </p:cNvPr>
          <p:cNvSpPr txBox="1">
            <a:spLocks noGrp="1"/>
          </p:cNvSpPr>
          <p:nvPr>
            <p:ph type="body" idx="3"/>
          </p:nvPr>
        </p:nvSpPr>
        <p:spPr>
          <a:xfrm>
            <a:off x="4645023" y="1535113"/>
            <a:ext cx="4041776" cy="639759"/>
          </a:xfrm>
        </p:spPr>
        <p:txBody>
          <a:bodyPr anchor="b"/>
          <a:lstStyle>
            <a:lvl1pPr marL="0" indent="0">
              <a:spcBef>
                <a:spcPts val="600"/>
              </a:spcBef>
              <a:buNone/>
              <a:defRPr sz="2400" b="1"/>
            </a:lvl1pPr>
          </a:lstStyle>
          <a:p>
            <a:pPr lvl="0"/>
            <a:r>
              <a:rPr lang="es-ES"/>
              <a:t>Haga clic para modificar el estilo de texto del patrón</a:t>
            </a:r>
          </a:p>
        </p:txBody>
      </p:sp>
      <p:sp>
        <p:nvSpPr>
          <p:cNvPr id="6" name="Marcador de contenido 5">
            <a:extLst>
              <a:ext uri="{FF2B5EF4-FFF2-40B4-BE49-F238E27FC236}">
                <a16:creationId xmlns:a16="http://schemas.microsoft.com/office/drawing/2014/main" id="{CAE292F4-0DED-2F87-D066-B3CA02A16CD7}"/>
              </a:ext>
            </a:extLst>
          </p:cNvPr>
          <p:cNvSpPr txBox="1">
            <a:spLocks noGrp="1"/>
          </p:cNvSpPr>
          <p:nvPr>
            <p:ph idx="4"/>
          </p:nvPr>
        </p:nvSpPr>
        <p:spPr>
          <a:xfrm>
            <a:off x="4645023" y="2174872"/>
            <a:ext cx="4041776" cy="3951286"/>
          </a:xfrm>
        </p:spPr>
        <p:txBody>
          <a:bodyPr/>
          <a:lstStyle>
            <a:lvl1pPr>
              <a:spcBef>
                <a:spcPts val="600"/>
              </a:spcBef>
              <a:defRPr sz="2400"/>
            </a:lvl1pPr>
            <a:lvl2pPr>
              <a:spcBef>
                <a:spcPts val="500"/>
              </a:spcBef>
              <a:defRPr sz="2000"/>
            </a:lvl2pPr>
            <a:lvl3pPr>
              <a:spcBef>
                <a:spcPts val="400"/>
              </a:spcBef>
              <a:defRPr sz="1800"/>
            </a:lvl3pPr>
            <a:lvl4pPr>
              <a:spcBef>
                <a:spcPts val="400"/>
              </a:spcBef>
              <a:defRPr sz="1600"/>
            </a:lvl4pPr>
            <a:lvl5pPr>
              <a:spcBef>
                <a:spcPts val="400"/>
              </a:spcBef>
              <a:defRPr sz="1600"/>
            </a:lvl5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409FBA22-8596-1DF5-ABE5-ADA3983CBF86}"/>
              </a:ext>
            </a:extLst>
          </p:cNvPr>
          <p:cNvSpPr txBox="1">
            <a:spLocks noGrp="1"/>
          </p:cNvSpPr>
          <p:nvPr>
            <p:ph type="dt" sz="half" idx="7"/>
          </p:nvPr>
        </p:nvSpPr>
        <p:spPr/>
        <p:txBody>
          <a:bodyPr/>
          <a:lstStyle>
            <a:lvl1pPr>
              <a:defRPr/>
            </a:lvl1pPr>
          </a:lstStyle>
          <a:p>
            <a:pPr lvl="0"/>
            <a:fld id="{6414752A-896B-477D-B212-DB1DC3A08A0C}" type="datetime1">
              <a:rPr lang="es-ES" smtClean="0"/>
              <a:t>22/05/2026</a:t>
            </a:fld>
            <a:endParaRPr lang="es-ES"/>
          </a:p>
        </p:txBody>
      </p:sp>
      <p:sp>
        <p:nvSpPr>
          <p:cNvPr id="8" name="Marcador de pie de página 7">
            <a:extLst>
              <a:ext uri="{FF2B5EF4-FFF2-40B4-BE49-F238E27FC236}">
                <a16:creationId xmlns:a16="http://schemas.microsoft.com/office/drawing/2014/main" id="{3B5C8960-EAE4-B6E7-9A1A-1190AEF96906}"/>
              </a:ext>
            </a:extLst>
          </p:cNvPr>
          <p:cNvSpPr txBox="1">
            <a:spLocks noGrp="1"/>
          </p:cNvSpPr>
          <p:nvPr>
            <p:ph type="ftr" sz="quarter" idx="9"/>
          </p:nvPr>
        </p:nvSpPr>
        <p:spPr/>
        <p:txBody>
          <a:bodyPr/>
          <a:lstStyle>
            <a:lvl1pPr>
              <a:defRPr/>
            </a:lvl1pPr>
          </a:lstStyle>
          <a:p>
            <a:pPr lvl="0"/>
            <a:endParaRPr lang="es-ES"/>
          </a:p>
        </p:txBody>
      </p:sp>
      <p:sp>
        <p:nvSpPr>
          <p:cNvPr id="9" name="Marcador de número de diapositiva 8">
            <a:extLst>
              <a:ext uri="{FF2B5EF4-FFF2-40B4-BE49-F238E27FC236}">
                <a16:creationId xmlns:a16="http://schemas.microsoft.com/office/drawing/2014/main" id="{F951762A-EA7D-9495-522F-9A7DB9CFBDB2}"/>
              </a:ext>
            </a:extLst>
          </p:cNvPr>
          <p:cNvSpPr txBox="1">
            <a:spLocks noGrp="1"/>
          </p:cNvSpPr>
          <p:nvPr>
            <p:ph type="sldNum" sz="quarter" idx="8"/>
          </p:nvPr>
        </p:nvSpPr>
        <p:spPr/>
        <p:txBody>
          <a:bodyPr/>
          <a:lstStyle>
            <a:lvl1pPr>
              <a:defRPr/>
            </a:lvl1pPr>
          </a:lstStyle>
          <a:p>
            <a:pPr lvl="0"/>
            <a:fld id="{07AFEB18-2DD7-4543-9B96-D3BCB6D33C7A}" type="slidenum">
              <a:t>‹Nº›</a:t>
            </a:fld>
            <a:endParaRPr lang="es-ES"/>
          </a:p>
        </p:txBody>
      </p:sp>
    </p:spTree>
    <p:extLst>
      <p:ext uri="{BB962C8B-B14F-4D97-AF65-F5344CB8AC3E}">
        <p14:creationId xmlns:p14="http://schemas.microsoft.com/office/powerpoint/2010/main" val="16219462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3A8272-2950-062C-31E8-0B4E175C034C}"/>
              </a:ext>
            </a:extLst>
          </p:cNvPr>
          <p:cNvSpPr txBox="1">
            <a:spLocks noGrp="1"/>
          </p:cNvSpPr>
          <p:nvPr>
            <p:ph type="title"/>
          </p:nvPr>
        </p:nvSpPr>
        <p:spPr/>
        <p:txBody>
          <a:bodyPr/>
          <a:lstStyle>
            <a:lvl1pPr>
              <a:defRPr/>
            </a:lvl1pPr>
          </a:lstStyle>
          <a:p>
            <a:pPr lvl="0"/>
            <a:r>
              <a:rPr lang="es-ES"/>
              <a:t>Clic para editar título</a:t>
            </a:r>
          </a:p>
        </p:txBody>
      </p:sp>
      <p:sp>
        <p:nvSpPr>
          <p:cNvPr id="3" name="Marcador de fecha 2">
            <a:extLst>
              <a:ext uri="{FF2B5EF4-FFF2-40B4-BE49-F238E27FC236}">
                <a16:creationId xmlns:a16="http://schemas.microsoft.com/office/drawing/2014/main" id="{16CFAA64-2510-CEEE-D898-24832A1B4CE8}"/>
              </a:ext>
            </a:extLst>
          </p:cNvPr>
          <p:cNvSpPr txBox="1">
            <a:spLocks noGrp="1"/>
          </p:cNvSpPr>
          <p:nvPr>
            <p:ph type="dt" sz="half" idx="7"/>
          </p:nvPr>
        </p:nvSpPr>
        <p:spPr/>
        <p:txBody>
          <a:bodyPr/>
          <a:lstStyle>
            <a:lvl1pPr>
              <a:defRPr/>
            </a:lvl1pPr>
          </a:lstStyle>
          <a:p>
            <a:pPr lvl="0"/>
            <a:fld id="{48A06DA4-3FB1-46B9-8614-D0C32A2D81C7}" type="datetime1">
              <a:rPr lang="es-ES" smtClean="0"/>
              <a:t>22/05/2026</a:t>
            </a:fld>
            <a:endParaRPr lang="es-ES"/>
          </a:p>
        </p:txBody>
      </p:sp>
      <p:sp>
        <p:nvSpPr>
          <p:cNvPr id="4" name="Marcador de pie de página 3">
            <a:extLst>
              <a:ext uri="{FF2B5EF4-FFF2-40B4-BE49-F238E27FC236}">
                <a16:creationId xmlns:a16="http://schemas.microsoft.com/office/drawing/2014/main" id="{04BD68BF-9C1F-6DF0-6913-122ABBA2A95B}"/>
              </a:ext>
            </a:extLst>
          </p:cNvPr>
          <p:cNvSpPr txBox="1">
            <a:spLocks noGrp="1"/>
          </p:cNvSpPr>
          <p:nvPr>
            <p:ph type="ftr" sz="quarter" idx="9"/>
          </p:nvPr>
        </p:nvSpPr>
        <p:spPr/>
        <p:txBody>
          <a:bodyPr/>
          <a:lstStyle>
            <a:lvl1pPr>
              <a:defRPr/>
            </a:lvl1pPr>
          </a:lstStyle>
          <a:p>
            <a:pPr lvl="0"/>
            <a:endParaRPr lang="es-ES"/>
          </a:p>
        </p:txBody>
      </p:sp>
      <p:sp>
        <p:nvSpPr>
          <p:cNvPr id="5" name="Marcador de número de diapositiva 4">
            <a:extLst>
              <a:ext uri="{FF2B5EF4-FFF2-40B4-BE49-F238E27FC236}">
                <a16:creationId xmlns:a16="http://schemas.microsoft.com/office/drawing/2014/main" id="{E3DBFBE4-B7D2-8BF8-F8EB-607E1384B127}"/>
              </a:ext>
            </a:extLst>
          </p:cNvPr>
          <p:cNvSpPr txBox="1">
            <a:spLocks noGrp="1"/>
          </p:cNvSpPr>
          <p:nvPr>
            <p:ph type="sldNum" sz="quarter" idx="8"/>
          </p:nvPr>
        </p:nvSpPr>
        <p:spPr/>
        <p:txBody>
          <a:bodyPr/>
          <a:lstStyle>
            <a:lvl1pPr>
              <a:defRPr/>
            </a:lvl1pPr>
          </a:lstStyle>
          <a:p>
            <a:pPr lvl="0"/>
            <a:fld id="{47B569A7-E778-43E2-B747-9E9AC4454261}" type="slidenum">
              <a:t>‹Nº›</a:t>
            </a:fld>
            <a:endParaRPr lang="es-ES"/>
          </a:p>
        </p:txBody>
      </p:sp>
    </p:spTree>
    <p:extLst>
      <p:ext uri="{BB962C8B-B14F-4D97-AF65-F5344CB8AC3E}">
        <p14:creationId xmlns:p14="http://schemas.microsoft.com/office/powerpoint/2010/main" val="8485387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FEE66BC0-3D0C-1FF5-8B28-6329ABE299A2}"/>
              </a:ext>
            </a:extLst>
          </p:cNvPr>
          <p:cNvSpPr txBox="1">
            <a:spLocks noGrp="1"/>
          </p:cNvSpPr>
          <p:nvPr>
            <p:ph type="dt" sz="half" idx="7"/>
          </p:nvPr>
        </p:nvSpPr>
        <p:spPr/>
        <p:txBody>
          <a:bodyPr/>
          <a:lstStyle>
            <a:lvl1pPr>
              <a:defRPr/>
            </a:lvl1pPr>
          </a:lstStyle>
          <a:p>
            <a:pPr lvl="0"/>
            <a:fld id="{087170F3-A618-45FB-A038-5EA4CA4D014E}" type="datetime1">
              <a:rPr lang="es-ES" smtClean="0"/>
              <a:t>22/05/2026</a:t>
            </a:fld>
            <a:endParaRPr lang="es-ES"/>
          </a:p>
        </p:txBody>
      </p:sp>
      <p:sp>
        <p:nvSpPr>
          <p:cNvPr id="3" name="Marcador de pie de página 2">
            <a:extLst>
              <a:ext uri="{FF2B5EF4-FFF2-40B4-BE49-F238E27FC236}">
                <a16:creationId xmlns:a16="http://schemas.microsoft.com/office/drawing/2014/main" id="{A2721EC4-BE73-FA2C-D9E1-1E2A665B2F4B}"/>
              </a:ext>
            </a:extLst>
          </p:cNvPr>
          <p:cNvSpPr txBox="1">
            <a:spLocks noGrp="1"/>
          </p:cNvSpPr>
          <p:nvPr>
            <p:ph type="ftr" sz="quarter" idx="9"/>
          </p:nvPr>
        </p:nvSpPr>
        <p:spPr/>
        <p:txBody>
          <a:bodyPr/>
          <a:lstStyle>
            <a:lvl1pPr>
              <a:defRPr/>
            </a:lvl1pPr>
          </a:lstStyle>
          <a:p>
            <a:pPr lvl="0"/>
            <a:endParaRPr lang="es-ES"/>
          </a:p>
        </p:txBody>
      </p:sp>
      <p:sp>
        <p:nvSpPr>
          <p:cNvPr id="4" name="Marcador de número de diapositiva 3">
            <a:extLst>
              <a:ext uri="{FF2B5EF4-FFF2-40B4-BE49-F238E27FC236}">
                <a16:creationId xmlns:a16="http://schemas.microsoft.com/office/drawing/2014/main" id="{D1B6A0F5-8A6B-2BFA-72D6-DE53D07FFEA7}"/>
              </a:ext>
            </a:extLst>
          </p:cNvPr>
          <p:cNvSpPr txBox="1">
            <a:spLocks noGrp="1"/>
          </p:cNvSpPr>
          <p:nvPr>
            <p:ph type="sldNum" sz="quarter" idx="8"/>
          </p:nvPr>
        </p:nvSpPr>
        <p:spPr/>
        <p:txBody>
          <a:bodyPr/>
          <a:lstStyle>
            <a:lvl1pPr>
              <a:defRPr/>
            </a:lvl1pPr>
          </a:lstStyle>
          <a:p>
            <a:pPr lvl="0"/>
            <a:fld id="{BA3792D0-130B-4666-BA6E-6D2F9D53E2EE}" type="slidenum">
              <a:t>‹Nº›</a:t>
            </a:fld>
            <a:endParaRPr lang="es-ES"/>
          </a:p>
        </p:txBody>
      </p:sp>
    </p:spTree>
    <p:extLst>
      <p:ext uri="{BB962C8B-B14F-4D97-AF65-F5344CB8AC3E}">
        <p14:creationId xmlns:p14="http://schemas.microsoft.com/office/powerpoint/2010/main" val="19855783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F1E332-11CA-FAEB-801F-95A5989882B5}"/>
              </a:ext>
            </a:extLst>
          </p:cNvPr>
          <p:cNvSpPr txBox="1">
            <a:spLocks noGrp="1"/>
          </p:cNvSpPr>
          <p:nvPr>
            <p:ph type="title"/>
          </p:nvPr>
        </p:nvSpPr>
        <p:spPr>
          <a:xfrm>
            <a:off x="457200" y="273048"/>
            <a:ext cx="3008311" cy="1162046"/>
          </a:xfrm>
        </p:spPr>
        <p:txBody>
          <a:bodyPr anchor="b" anchorCtr="0"/>
          <a:lstStyle>
            <a:lvl1pPr algn="l">
              <a:defRPr sz="2000" b="1"/>
            </a:lvl1pPr>
          </a:lstStyle>
          <a:p>
            <a:pPr lvl="0"/>
            <a:r>
              <a:rPr lang="es-ES"/>
              <a:t>Clic para editar título</a:t>
            </a:r>
          </a:p>
        </p:txBody>
      </p:sp>
      <p:sp>
        <p:nvSpPr>
          <p:cNvPr id="3" name="Marcador de contenido 2">
            <a:extLst>
              <a:ext uri="{FF2B5EF4-FFF2-40B4-BE49-F238E27FC236}">
                <a16:creationId xmlns:a16="http://schemas.microsoft.com/office/drawing/2014/main" id="{5F3257E5-D117-89F5-9975-AD407A2C8ABE}"/>
              </a:ext>
            </a:extLst>
          </p:cNvPr>
          <p:cNvSpPr txBox="1">
            <a:spLocks noGrp="1"/>
          </p:cNvSpPr>
          <p:nvPr>
            <p:ph idx="1"/>
          </p:nvPr>
        </p:nvSpPr>
        <p:spPr>
          <a:xfrm>
            <a:off x="3575047" y="273048"/>
            <a:ext cx="5111752" cy="5853110"/>
          </a:xfrm>
        </p:spPr>
        <p:txBody>
          <a:bodyPr/>
          <a:lstStyle>
            <a:lvl1pPr>
              <a:defRPr/>
            </a:lvl1pPr>
            <a:lvl2pPr>
              <a:defRPr/>
            </a:lvl2pPr>
            <a:lvl3pPr>
              <a:defRPr/>
            </a:lvl3pPr>
            <a:lvl4pPr>
              <a:defRPr/>
            </a:lvl4pPr>
            <a:lvl5pPr>
              <a:defRPr/>
            </a:lvl5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CB122AB3-8A95-018F-C739-9E077BAD6426}"/>
              </a:ext>
            </a:extLst>
          </p:cNvPr>
          <p:cNvSpPr txBox="1">
            <a:spLocks noGrp="1"/>
          </p:cNvSpPr>
          <p:nvPr>
            <p:ph type="body" idx="2"/>
          </p:nvPr>
        </p:nvSpPr>
        <p:spPr>
          <a:xfrm>
            <a:off x="457200" y="1435095"/>
            <a:ext cx="3008311" cy="4691064"/>
          </a:xfrm>
        </p:spPr>
        <p:txBody>
          <a:bodyPr/>
          <a:lstStyle>
            <a:lvl1pPr marL="0" indent="0">
              <a:spcBef>
                <a:spcPts val="300"/>
              </a:spcBef>
              <a:buNone/>
              <a:defRPr sz="1400"/>
            </a:lvl1pPr>
          </a:lstStyle>
          <a:p>
            <a:pPr lvl="0"/>
            <a:r>
              <a:rPr lang="es-ES"/>
              <a:t>Haga clic para modificar el estilo de texto del patrón</a:t>
            </a:r>
          </a:p>
        </p:txBody>
      </p:sp>
      <p:sp>
        <p:nvSpPr>
          <p:cNvPr id="5" name="Marcador de fecha 4">
            <a:extLst>
              <a:ext uri="{FF2B5EF4-FFF2-40B4-BE49-F238E27FC236}">
                <a16:creationId xmlns:a16="http://schemas.microsoft.com/office/drawing/2014/main" id="{D390C11A-06AA-EBD7-8BDB-A807D149E8F1}"/>
              </a:ext>
            </a:extLst>
          </p:cNvPr>
          <p:cNvSpPr txBox="1">
            <a:spLocks noGrp="1"/>
          </p:cNvSpPr>
          <p:nvPr>
            <p:ph type="dt" sz="half" idx="7"/>
          </p:nvPr>
        </p:nvSpPr>
        <p:spPr/>
        <p:txBody>
          <a:bodyPr/>
          <a:lstStyle>
            <a:lvl1pPr>
              <a:defRPr/>
            </a:lvl1pPr>
          </a:lstStyle>
          <a:p>
            <a:pPr lvl="0"/>
            <a:fld id="{6629F874-1E6D-40A1-9605-9A66D7D68FC3}" type="datetime1">
              <a:rPr lang="es-ES" smtClean="0"/>
              <a:t>22/05/2026</a:t>
            </a:fld>
            <a:endParaRPr lang="es-ES"/>
          </a:p>
        </p:txBody>
      </p:sp>
      <p:sp>
        <p:nvSpPr>
          <p:cNvPr id="6" name="Marcador de pie de página 5">
            <a:extLst>
              <a:ext uri="{FF2B5EF4-FFF2-40B4-BE49-F238E27FC236}">
                <a16:creationId xmlns:a16="http://schemas.microsoft.com/office/drawing/2014/main" id="{7D7458F0-C448-5246-C098-590C2C2B2976}"/>
              </a:ext>
            </a:extLst>
          </p:cNvPr>
          <p:cNvSpPr txBox="1">
            <a:spLocks noGrp="1"/>
          </p:cNvSpPr>
          <p:nvPr>
            <p:ph type="ftr" sz="quarter" idx="9"/>
          </p:nvPr>
        </p:nvSpPr>
        <p:spPr/>
        <p:txBody>
          <a:bodyPr/>
          <a:lstStyle>
            <a:lvl1pPr>
              <a:defRPr/>
            </a:lvl1pPr>
          </a:lstStyle>
          <a:p>
            <a:pPr lvl="0"/>
            <a:endParaRPr lang="es-ES"/>
          </a:p>
        </p:txBody>
      </p:sp>
      <p:sp>
        <p:nvSpPr>
          <p:cNvPr id="7" name="Marcador de número de diapositiva 6">
            <a:extLst>
              <a:ext uri="{FF2B5EF4-FFF2-40B4-BE49-F238E27FC236}">
                <a16:creationId xmlns:a16="http://schemas.microsoft.com/office/drawing/2014/main" id="{005A7CE0-D1E4-D0B7-F6A7-9E2135EF135B}"/>
              </a:ext>
            </a:extLst>
          </p:cNvPr>
          <p:cNvSpPr txBox="1">
            <a:spLocks noGrp="1"/>
          </p:cNvSpPr>
          <p:nvPr>
            <p:ph type="sldNum" sz="quarter" idx="8"/>
          </p:nvPr>
        </p:nvSpPr>
        <p:spPr/>
        <p:txBody>
          <a:bodyPr/>
          <a:lstStyle>
            <a:lvl1pPr>
              <a:defRPr/>
            </a:lvl1pPr>
          </a:lstStyle>
          <a:p>
            <a:pPr lvl="0"/>
            <a:fld id="{86434644-3472-4566-BEE6-D6812D504933}" type="slidenum">
              <a:t>‹Nº›</a:t>
            </a:fld>
            <a:endParaRPr lang="es-ES"/>
          </a:p>
        </p:txBody>
      </p:sp>
    </p:spTree>
    <p:extLst>
      <p:ext uri="{BB962C8B-B14F-4D97-AF65-F5344CB8AC3E}">
        <p14:creationId xmlns:p14="http://schemas.microsoft.com/office/powerpoint/2010/main" val="19902782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75B749-2355-81A2-03DF-88550E260C8C}"/>
              </a:ext>
            </a:extLst>
          </p:cNvPr>
          <p:cNvSpPr txBox="1">
            <a:spLocks noGrp="1"/>
          </p:cNvSpPr>
          <p:nvPr>
            <p:ph type="title"/>
          </p:nvPr>
        </p:nvSpPr>
        <p:spPr>
          <a:xfrm>
            <a:off x="1792288" y="4800600"/>
            <a:ext cx="5486400" cy="566735"/>
          </a:xfrm>
        </p:spPr>
        <p:txBody>
          <a:bodyPr anchor="b" anchorCtr="0"/>
          <a:lstStyle>
            <a:lvl1pPr algn="l">
              <a:defRPr sz="2000" b="1"/>
            </a:lvl1pPr>
          </a:lstStyle>
          <a:p>
            <a:pPr lvl="0"/>
            <a:r>
              <a:rPr lang="es-ES"/>
              <a:t>Clic para editar título</a:t>
            </a:r>
          </a:p>
        </p:txBody>
      </p:sp>
      <p:sp>
        <p:nvSpPr>
          <p:cNvPr id="3" name="Marcador de posición de imagen 2">
            <a:extLst>
              <a:ext uri="{FF2B5EF4-FFF2-40B4-BE49-F238E27FC236}">
                <a16:creationId xmlns:a16="http://schemas.microsoft.com/office/drawing/2014/main" id="{DA999635-EB4C-ADC0-2418-410BF9B28FC7}"/>
              </a:ext>
            </a:extLst>
          </p:cNvPr>
          <p:cNvSpPr txBox="1">
            <a:spLocks noGrp="1"/>
          </p:cNvSpPr>
          <p:nvPr>
            <p:ph type="pic" idx="1"/>
          </p:nvPr>
        </p:nvSpPr>
        <p:spPr>
          <a:xfrm>
            <a:off x="1792288" y="612776"/>
            <a:ext cx="5486400" cy="4114800"/>
          </a:xfrm>
        </p:spPr>
        <p:txBody>
          <a:bodyPr/>
          <a:lstStyle>
            <a:lvl1pPr marL="0" indent="0">
              <a:buNone/>
              <a:defRPr/>
            </a:lvl1pPr>
          </a:lstStyle>
          <a:p>
            <a:pPr lvl="0"/>
            <a:endParaRPr lang="es-ES"/>
          </a:p>
        </p:txBody>
      </p:sp>
      <p:sp>
        <p:nvSpPr>
          <p:cNvPr id="4" name="Marcador de texto 3">
            <a:extLst>
              <a:ext uri="{FF2B5EF4-FFF2-40B4-BE49-F238E27FC236}">
                <a16:creationId xmlns:a16="http://schemas.microsoft.com/office/drawing/2014/main" id="{526F00DF-AA3F-F376-C1BE-B635DCFE3CE4}"/>
              </a:ext>
            </a:extLst>
          </p:cNvPr>
          <p:cNvSpPr txBox="1">
            <a:spLocks noGrp="1"/>
          </p:cNvSpPr>
          <p:nvPr>
            <p:ph type="body" idx="2"/>
          </p:nvPr>
        </p:nvSpPr>
        <p:spPr>
          <a:xfrm>
            <a:off x="1792288" y="5367335"/>
            <a:ext cx="5486400" cy="804864"/>
          </a:xfrm>
        </p:spPr>
        <p:txBody>
          <a:bodyPr/>
          <a:lstStyle>
            <a:lvl1pPr marL="0" indent="0">
              <a:spcBef>
                <a:spcPts val="300"/>
              </a:spcBef>
              <a:buNone/>
              <a:defRPr sz="1400"/>
            </a:lvl1pPr>
          </a:lstStyle>
          <a:p>
            <a:pPr lvl="0"/>
            <a:r>
              <a:rPr lang="es-ES"/>
              <a:t>Haga clic para modificar el estilo de texto del patrón</a:t>
            </a:r>
          </a:p>
        </p:txBody>
      </p:sp>
      <p:sp>
        <p:nvSpPr>
          <p:cNvPr id="5" name="Marcador de fecha 4">
            <a:extLst>
              <a:ext uri="{FF2B5EF4-FFF2-40B4-BE49-F238E27FC236}">
                <a16:creationId xmlns:a16="http://schemas.microsoft.com/office/drawing/2014/main" id="{FB8C32B5-0233-4704-A4A9-A83903FB1967}"/>
              </a:ext>
            </a:extLst>
          </p:cNvPr>
          <p:cNvSpPr txBox="1">
            <a:spLocks noGrp="1"/>
          </p:cNvSpPr>
          <p:nvPr>
            <p:ph type="dt" sz="half" idx="7"/>
          </p:nvPr>
        </p:nvSpPr>
        <p:spPr/>
        <p:txBody>
          <a:bodyPr/>
          <a:lstStyle>
            <a:lvl1pPr>
              <a:defRPr/>
            </a:lvl1pPr>
          </a:lstStyle>
          <a:p>
            <a:pPr lvl="0"/>
            <a:fld id="{C14F9531-2E09-4E9A-9994-2EDAAF04E398}" type="datetime1">
              <a:rPr lang="es-ES" smtClean="0"/>
              <a:t>22/05/2026</a:t>
            </a:fld>
            <a:endParaRPr lang="es-ES"/>
          </a:p>
        </p:txBody>
      </p:sp>
      <p:sp>
        <p:nvSpPr>
          <p:cNvPr id="6" name="Marcador de pie de página 5">
            <a:extLst>
              <a:ext uri="{FF2B5EF4-FFF2-40B4-BE49-F238E27FC236}">
                <a16:creationId xmlns:a16="http://schemas.microsoft.com/office/drawing/2014/main" id="{D97824E0-50EC-4B17-CF6A-2D775F12EAA2}"/>
              </a:ext>
            </a:extLst>
          </p:cNvPr>
          <p:cNvSpPr txBox="1">
            <a:spLocks noGrp="1"/>
          </p:cNvSpPr>
          <p:nvPr>
            <p:ph type="ftr" sz="quarter" idx="9"/>
          </p:nvPr>
        </p:nvSpPr>
        <p:spPr/>
        <p:txBody>
          <a:bodyPr/>
          <a:lstStyle>
            <a:lvl1pPr>
              <a:defRPr/>
            </a:lvl1pPr>
          </a:lstStyle>
          <a:p>
            <a:pPr lvl="0"/>
            <a:endParaRPr lang="es-ES"/>
          </a:p>
        </p:txBody>
      </p:sp>
      <p:sp>
        <p:nvSpPr>
          <p:cNvPr id="7" name="Marcador de número de diapositiva 6">
            <a:extLst>
              <a:ext uri="{FF2B5EF4-FFF2-40B4-BE49-F238E27FC236}">
                <a16:creationId xmlns:a16="http://schemas.microsoft.com/office/drawing/2014/main" id="{89F50446-69D9-7DED-EEF3-F778604F5070}"/>
              </a:ext>
            </a:extLst>
          </p:cNvPr>
          <p:cNvSpPr txBox="1">
            <a:spLocks noGrp="1"/>
          </p:cNvSpPr>
          <p:nvPr>
            <p:ph type="sldNum" sz="quarter" idx="8"/>
          </p:nvPr>
        </p:nvSpPr>
        <p:spPr/>
        <p:txBody>
          <a:bodyPr/>
          <a:lstStyle>
            <a:lvl1pPr>
              <a:defRPr/>
            </a:lvl1pPr>
          </a:lstStyle>
          <a:p>
            <a:pPr lvl="0"/>
            <a:fld id="{17FF0734-439B-4E59-BCF3-467445333595}" type="slidenum">
              <a:t>‹Nº›</a:t>
            </a:fld>
            <a:endParaRPr lang="es-ES"/>
          </a:p>
        </p:txBody>
      </p:sp>
    </p:spTree>
    <p:extLst>
      <p:ext uri="{BB962C8B-B14F-4D97-AF65-F5344CB8AC3E}">
        <p14:creationId xmlns:p14="http://schemas.microsoft.com/office/powerpoint/2010/main" val="29903501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C0EB5C-0EBA-D1E3-79C7-C8AA630B2303}"/>
              </a:ext>
            </a:extLst>
          </p:cNvPr>
          <p:cNvSpPr txBox="1">
            <a:spLocks noGrp="1"/>
          </p:cNvSpPr>
          <p:nvPr>
            <p:ph type="title"/>
          </p:nvPr>
        </p:nvSpPr>
        <p:spPr/>
        <p:txBody>
          <a:bodyPr/>
          <a:lstStyle>
            <a:lvl1pPr>
              <a:defRPr/>
            </a:lvl1pPr>
          </a:lstStyle>
          <a:p>
            <a:pPr lvl="0"/>
            <a:r>
              <a:rPr lang="es-ES"/>
              <a:t>Clic para editar título</a:t>
            </a:r>
          </a:p>
        </p:txBody>
      </p:sp>
      <p:sp>
        <p:nvSpPr>
          <p:cNvPr id="3" name="Marcador de texto vertical 2">
            <a:extLst>
              <a:ext uri="{FF2B5EF4-FFF2-40B4-BE49-F238E27FC236}">
                <a16:creationId xmlns:a16="http://schemas.microsoft.com/office/drawing/2014/main" id="{C3D29E75-F57F-DCBE-4575-6B20318EA6A8}"/>
              </a:ext>
            </a:extLst>
          </p:cNvPr>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E946CAFF-E791-657D-A91B-1AB00F9E2165}"/>
              </a:ext>
            </a:extLst>
          </p:cNvPr>
          <p:cNvSpPr txBox="1">
            <a:spLocks noGrp="1"/>
          </p:cNvSpPr>
          <p:nvPr>
            <p:ph type="dt" sz="half" idx="7"/>
          </p:nvPr>
        </p:nvSpPr>
        <p:spPr/>
        <p:txBody>
          <a:bodyPr/>
          <a:lstStyle>
            <a:lvl1pPr>
              <a:defRPr/>
            </a:lvl1pPr>
          </a:lstStyle>
          <a:p>
            <a:pPr lvl="0"/>
            <a:fld id="{8381140D-DF80-426B-88E5-2838DF916E12}" type="datetime1">
              <a:rPr lang="es-ES" smtClean="0"/>
              <a:t>22/05/2026</a:t>
            </a:fld>
            <a:endParaRPr lang="es-ES"/>
          </a:p>
        </p:txBody>
      </p:sp>
      <p:sp>
        <p:nvSpPr>
          <p:cNvPr id="5" name="Marcador de pie de página 4">
            <a:extLst>
              <a:ext uri="{FF2B5EF4-FFF2-40B4-BE49-F238E27FC236}">
                <a16:creationId xmlns:a16="http://schemas.microsoft.com/office/drawing/2014/main" id="{7BC9D7B5-ADD1-FAA3-A872-4EA104339A46}"/>
              </a:ext>
            </a:extLst>
          </p:cNvPr>
          <p:cNvSpPr txBox="1">
            <a:spLocks noGrp="1"/>
          </p:cNvSpPr>
          <p:nvPr>
            <p:ph type="ftr" sz="quarter" idx="9"/>
          </p:nvPr>
        </p:nvSpPr>
        <p:spPr/>
        <p:txBody>
          <a:bodyPr/>
          <a:lstStyle>
            <a:lvl1pPr>
              <a:defRPr/>
            </a:lvl1pPr>
          </a:lstStyle>
          <a:p>
            <a:pPr lvl="0"/>
            <a:endParaRPr lang="es-ES"/>
          </a:p>
        </p:txBody>
      </p:sp>
      <p:sp>
        <p:nvSpPr>
          <p:cNvPr id="6" name="Marcador de número de diapositiva 5">
            <a:extLst>
              <a:ext uri="{FF2B5EF4-FFF2-40B4-BE49-F238E27FC236}">
                <a16:creationId xmlns:a16="http://schemas.microsoft.com/office/drawing/2014/main" id="{57B97F6C-78C2-D3D9-10DA-0E11A8F5035D}"/>
              </a:ext>
            </a:extLst>
          </p:cNvPr>
          <p:cNvSpPr txBox="1">
            <a:spLocks noGrp="1"/>
          </p:cNvSpPr>
          <p:nvPr>
            <p:ph type="sldNum" sz="quarter" idx="8"/>
          </p:nvPr>
        </p:nvSpPr>
        <p:spPr/>
        <p:txBody>
          <a:bodyPr/>
          <a:lstStyle>
            <a:lvl1pPr>
              <a:defRPr/>
            </a:lvl1pPr>
          </a:lstStyle>
          <a:p>
            <a:pPr lvl="0"/>
            <a:fld id="{584E5BDF-B05A-4617-BF3B-2F391F0E0D9B}" type="slidenum">
              <a:t>‹Nº›</a:t>
            </a:fld>
            <a:endParaRPr lang="es-ES"/>
          </a:p>
        </p:txBody>
      </p:sp>
    </p:spTree>
    <p:extLst>
      <p:ext uri="{BB962C8B-B14F-4D97-AF65-F5344CB8AC3E}">
        <p14:creationId xmlns:p14="http://schemas.microsoft.com/office/powerpoint/2010/main" val="22043000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6F11C008-3CED-91A6-CDC2-AA66072E1E3E}"/>
              </a:ext>
            </a:extLst>
          </p:cNvPr>
          <p:cNvSpPr txBox="1">
            <a:spLocks noGrp="1"/>
          </p:cNvSpPr>
          <p:nvPr>
            <p:ph type="title" orient="vert"/>
          </p:nvPr>
        </p:nvSpPr>
        <p:spPr>
          <a:xfrm>
            <a:off x="6629400" y="274640"/>
            <a:ext cx="2057400" cy="5851529"/>
          </a:xfrm>
        </p:spPr>
        <p:txBody>
          <a:bodyPr vert="eaVert"/>
          <a:lstStyle>
            <a:lvl1pPr>
              <a:defRPr/>
            </a:lvl1pPr>
          </a:lstStyle>
          <a:p>
            <a:pPr lvl="0"/>
            <a:r>
              <a:rPr lang="es-ES"/>
              <a:t>Clic para editar título</a:t>
            </a:r>
          </a:p>
        </p:txBody>
      </p:sp>
      <p:sp>
        <p:nvSpPr>
          <p:cNvPr id="3" name="Marcador de texto vertical 2">
            <a:extLst>
              <a:ext uri="{FF2B5EF4-FFF2-40B4-BE49-F238E27FC236}">
                <a16:creationId xmlns:a16="http://schemas.microsoft.com/office/drawing/2014/main" id="{6490EEBD-EAFF-FBE5-155C-A9E12493E7D9}"/>
              </a:ext>
            </a:extLst>
          </p:cNvPr>
          <p:cNvSpPr txBox="1">
            <a:spLocks noGrp="1"/>
          </p:cNvSpPr>
          <p:nvPr>
            <p:ph type="body" orient="vert" idx="1"/>
          </p:nvPr>
        </p:nvSpPr>
        <p:spPr>
          <a:xfrm>
            <a:off x="457200" y="274640"/>
            <a:ext cx="6019796" cy="5851529"/>
          </a:xfrm>
        </p:spPr>
        <p:txBody>
          <a:bodyPr vert="eaVert"/>
          <a:lstStyle>
            <a:lvl1pPr>
              <a:defRPr/>
            </a:lvl1pPr>
            <a:lvl2pPr>
              <a:defRPr/>
            </a:lvl2pPr>
            <a:lvl3pPr>
              <a:defRPr/>
            </a:lvl3pPr>
            <a:lvl4pPr>
              <a:defRPr/>
            </a:lvl4pPr>
            <a:lvl5pPr>
              <a:defRPr/>
            </a:lvl5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E96B6BBC-52EF-E0CE-6D16-E42647588A0B}"/>
              </a:ext>
            </a:extLst>
          </p:cNvPr>
          <p:cNvSpPr txBox="1">
            <a:spLocks noGrp="1"/>
          </p:cNvSpPr>
          <p:nvPr>
            <p:ph type="dt" sz="half" idx="7"/>
          </p:nvPr>
        </p:nvSpPr>
        <p:spPr/>
        <p:txBody>
          <a:bodyPr/>
          <a:lstStyle>
            <a:lvl1pPr>
              <a:defRPr/>
            </a:lvl1pPr>
          </a:lstStyle>
          <a:p>
            <a:pPr lvl="0"/>
            <a:fld id="{15EDD4EA-C86B-4929-BDD3-EF883114AD13}" type="datetime1">
              <a:rPr lang="es-ES" smtClean="0"/>
              <a:t>22/05/2026</a:t>
            </a:fld>
            <a:endParaRPr lang="es-ES"/>
          </a:p>
        </p:txBody>
      </p:sp>
      <p:sp>
        <p:nvSpPr>
          <p:cNvPr id="5" name="Marcador de pie de página 4">
            <a:extLst>
              <a:ext uri="{FF2B5EF4-FFF2-40B4-BE49-F238E27FC236}">
                <a16:creationId xmlns:a16="http://schemas.microsoft.com/office/drawing/2014/main" id="{B89B9890-B634-5CB0-69AC-D31DA01CA4F7}"/>
              </a:ext>
            </a:extLst>
          </p:cNvPr>
          <p:cNvSpPr txBox="1">
            <a:spLocks noGrp="1"/>
          </p:cNvSpPr>
          <p:nvPr>
            <p:ph type="ftr" sz="quarter" idx="9"/>
          </p:nvPr>
        </p:nvSpPr>
        <p:spPr/>
        <p:txBody>
          <a:bodyPr/>
          <a:lstStyle>
            <a:lvl1pPr>
              <a:defRPr/>
            </a:lvl1pPr>
          </a:lstStyle>
          <a:p>
            <a:pPr lvl="0"/>
            <a:endParaRPr lang="es-ES"/>
          </a:p>
        </p:txBody>
      </p:sp>
      <p:sp>
        <p:nvSpPr>
          <p:cNvPr id="6" name="Marcador de número de diapositiva 5">
            <a:extLst>
              <a:ext uri="{FF2B5EF4-FFF2-40B4-BE49-F238E27FC236}">
                <a16:creationId xmlns:a16="http://schemas.microsoft.com/office/drawing/2014/main" id="{11F2102F-1864-12E0-B047-0A0046D67588}"/>
              </a:ext>
            </a:extLst>
          </p:cNvPr>
          <p:cNvSpPr txBox="1">
            <a:spLocks noGrp="1"/>
          </p:cNvSpPr>
          <p:nvPr>
            <p:ph type="sldNum" sz="quarter" idx="8"/>
          </p:nvPr>
        </p:nvSpPr>
        <p:spPr/>
        <p:txBody>
          <a:bodyPr/>
          <a:lstStyle>
            <a:lvl1pPr>
              <a:defRPr/>
            </a:lvl1pPr>
          </a:lstStyle>
          <a:p>
            <a:pPr lvl="0"/>
            <a:fld id="{9C5DB40C-9B59-4EEF-84E9-A29FE0399C81}" type="slidenum">
              <a:t>‹Nº›</a:t>
            </a:fld>
            <a:endParaRPr lang="es-ES"/>
          </a:p>
        </p:txBody>
      </p:sp>
    </p:spTree>
    <p:extLst>
      <p:ext uri="{BB962C8B-B14F-4D97-AF65-F5344CB8AC3E}">
        <p14:creationId xmlns:p14="http://schemas.microsoft.com/office/powerpoint/2010/main" val="7275243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F0019B8B-4AD1-9AD8-4E57-094073D2C3E4}"/>
              </a:ext>
            </a:extLst>
          </p:cNvPr>
          <p:cNvSpPr txBox="1">
            <a:spLocks noGrp="1"/>
          </p:cNvSpPr>
          <p:nvPr>
            <p:ph type="title"/>
          </p:nvPr>
        </p:nvSpPr>
        <p:spPr>
          <a:xfrm>
            <a:off x="457200" y="274640"/>
            <a:ext cx="8229600" cy="1143000"/>
          </a:xfrm>
          <a:prstGeom prst="rect">
            <a:avLst/>
          </a:prstGeom>
          <a:noFill/>
          <a:ln>
            <a:noFill/>
          </a:ln>
        </p:spPr>
        <p:txBody>
          <a:bodyPr vert="horz" wrap="square" lIns="91440" tIns="45720" rIns="91440" bIns="45720" anchor="ctr" anchorCtr="1" compatLnSpc="1">
            <a:normAutofit/>
          </a:bodyPr>
          <a:lstStyle/>
          <a:p>
            <a:pPr lvl="0"/>
            <a:r>
              <a:rPr lang="es-ES"/>
              <a:t>Clic para editar título</a:t>
            </a:r>
          </a:p>
        </p:txBody>
      </p:sp>
      <p:sp>
        <p:nvSpPr>
          <p:cNvPr id="3" name="Marcador de texto 2">
            <a:extLst>
              <a:ext uri="{FF2B5EF4-FFF2-40B4-BE49-F238E27FC236}">
                <a16:creationId xmlns:a16="http://schemas.microsoft.com/office/drawing/2014/main" id="{73B44E7D-DA9B-3313-4886-36A939EAAC91}"/>
              </a:ext>
            </a:extLst>
          </p:cNvPr>
          <p:cNvSpPr txBox="1">
            <a:spLocks noGrp="1"/>
          </p:cNvSpPr>
          <p:nvPr>
            <p:ph type="body" idx="1"/>
          </p:nvPr>
        </p:nvSpPr>
        <p:spPr>
          <a:xfrm>
            <a:off x="457200" y="1600200"/>
            <a:ext cx="8229600" cy="4525959"/>
          </a:xfrm>
          <a:prstGeom prst="rect">
            <a:avLst/>
          </a:prstGeom>
          <a:noFill/>
          <a:ln>
            <a:noFill/>
          </a:ln>
        </p:spPr>
        <p:txBody>
          <a:bodyPr vert="horz" wrap="square" lIns="91440" tIns="45720" rIns="91440" bIns="45720" anchor="t" anchorCtr="0" compatLnSpc="1">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CAD20B8F-76CE-ABD7-A914-523E3BBBC66E}"/>
              </a:ext>
            </a:extLst>
          </p:cNvPr>
          <p:cNvSpPr txBox="1">
            <a:spLocks noGrp="1"/>
          </p:cNvSpPr>
          <p:nvPr>
            <p:ph type="dt" sz="half" idx="2"/>
          </p:nvPr>
        </p:nvSpPr>
        <p:spPr>
          <a:xfrm>
            <a:off x="457200" y="6356351"/>
            <a:ext cx="2133596" cy="365129"/>
          </a:xfrm>
          <a:prstGeom prst="rect">
            <a:avLst/>
          </a:prstGeom>
          <a:noFill/>
          <a:ln>
            <a:noFill/>
          </a:ln>
        </p:spPr>
        <p:txBody>
          <a:bodyPr vert="horz" wrap="square" lIns="91440" tIns="45720" rIns="91440" bIns="45720" anchor="ctr" anchorCtr="0" compatLnSpc="1">
            <a:noAutofit/>
          </a:bodyPr>
          <a:lstStyle>
            <a:lvl1pPr marL="0" marR="0" lvl="0" indent="0" algn="l" defTabSz="457200" rtl="0" fontAlgn="auto" hangingPunct="1">
              <a:lnSpc>
                <a:spcPct val="100000"/>
              </a:lnSpc>
              <a:spcBef>
                <a:spcPts val="0"/>
              </a:spcBef>
              <a:spcAft>
                <a:spcPts val="0"/>
              </a:spcAft>
              <a:buNone/>
              <a:tabLst/>
              <a:defRPr lang="es-ES" sz="1200" b="0" i="0" u="none" strike="noStrike" kern="1200" cap="none" spc="0" baseline="0">
                <a:solidFill>
                  <a:srgbClr val="898989"/>
                </a:solidFill>
                <a:uFillTx/>
                <a:latin typeface="Calibri"/>
              </a:defRPr>
            </a:lvl1pPr>
          </a:lstStyle>
          <a:p>
            <a:pPr lvl="0"/>
            <a:fld id="{BA7196BF-8C5A-4887-8F58-44DC2D1D2F51}" type="datetime1">
              <a:rPr lang="es-ES" smtClean="0"/>
              <a:t>22/05/2026</a:t>
            </a:fld>
            <a:endParaRPr lang="es-ES"/>
          </a:p>
        </p:txBody>
      </p:sp>
      <p:sp>
        <p:nvSpPr>
          <p:cNvPr id="5" name="Marcador de pie de página 4">
            <a:extLst>
              <a:ext uri="{FF2B5EF4-FFF2-40B4-BE49-F238E27FC236}">
                <a16:creationId xmlns:a16="http://schemas.microsoft.com/office/drawing/2014/main" id="{F9DD56DA-A3A2-F937-6EE4-B989ADA2016F}"/>
              </a:ext>
            </a:extLst>
          </p:cNvPr>
          <p:cNvSpPr txBox="1">
            <a:spLocks noGrp="1"/>
          </p:cNvSpPr>
          <p:nvPr>
            <p:ph type="ftr" sz="quarter" idx="3"/>
          </p:nvPr>
        </p:nvSpPr>
        <p:spPr>
          <a:xfrm>
            <a:off x="3124203" y="6356351"/>
            <a:ext cx="2895603" cy="365129"/>
          </a:xfrm>
          <a:prstGeom prst="rect">
            <a:avLst/>
          </a:prstGeom>
          <a:noFill/>
          <a:ln>
            <a:noFill/>
          </a:ln>
        </p:spPr>
        <p:txBody>
          <a:bodyPr vert="horz" wrap="square" lIns="91440" tIns="45720" rIns="91440" bIns="45720" anchor="ctr" anchorCtr="1" compatLnSpc="1">
            <a:noAutofit/>
          </a:bodyPr>
          <a:lstStyle>
            <a:lvl1pPr marL="0" marR="0" lvl="0" indent="0" algn="ctr" defTabSz="457200" rtl="0" fontAlgn="auto" hangingPunct="1">
              <a:lnSpc>
                <a:spcPct val="100000"/>
              </a:lnSpc>
              <a:spcBef>
                <a:spcPts val="0"/>
              </a:spcBef>
              <a:spcAft>
                <a:spcPts val="0"/>
              </a:spcAft>
              <a:buNone/>
              <a:tabLst/>
              <a:defRPr lang="es-ES" sz="1200" b="0" i="0" u="none" strike="noStrike" kern="1200" cap="none" spc="0" baseline="0">
                <a:solidFill>
                  <a:srgbClr val="898989"/>
                </a:solidFill>
                <a:uFillTx/>
                <a:latin typeface="Calibri"/>
              </a:defRPr>
            </a:lvl1pPr>
          </a:lstStyle>
          <a:p>
            <a:pPr lvl="0"/>
            <a:endParaRPr lang="es-ES"/>
          </a:p>
        </p:txBody>
      </p:sp>
      <p:sp>
        <p:nvSpPr>
          <p:cNvPr id="6" name="Marcador de número de diapositiva 5">
            <a:extLst>
              <a:ext uri="{FF2B5EF4-FFF2-40B4-BE49-F238E27FC236}">
                <a16:creationId xmlns:a16="http://schemas.microsoft.com/office/drawing/2014/main" id="{B59479DC-97CC-2EAC-DEED-9F61F697247A}"/>
              </a:ext>
            </a:extLst>
          </p:cNvPr>
          <p:cNvSpPr txBox="1">
            <a:spLocks noGrp="1"/>
          </p:cNvSpPr>
          <p:nvPr>
            <p:ph type="sldNum" sz="quarter" idx="4"/>
          </p:nvPr>
        </p:nvSpPr>
        <p:spPr>
          <a:xfrm>
            <a:off x="6553203" y="6356351"/>
            <a:ext cx="2133596" cy="365129"/>
          </a:xfrm>
          <a:prstGeom prst="rect">
            <a:avLst/>
          </a:prstGeom>
          <a:noFill/>
          <a:ln>
            <a:noFill/>
          </a:ln>
        </p:spPr>
        <p:txBody>
          <a:bodyPr vert="horz" wrap="square" lIns="91440" tIns="45720" rIns="91440" bIns="45720" anchor="ctr" anchorCtr="0" compatLnSpc="1">
            <a:noAutofit/>
          </a:bodyPr>
          <a:lstStyle>
            <a:lvl1pPr marL="0" marR="0" lvl="0" indent="0" algn="r" defTabSz="457200" rtl="0" fontAlgn="auto" hangingPunct="1">
              <a:lnSpc>
                <a:spcPct val="100000"/>
              </a:lnSpc>
              <a:spcBef>
                <a:spcPts val="0"/>
              </a:spcBef>
              <a:spcAft>
                <a:spcPts val="0"/>
              </a:spcAft>
              <a:buNone/>
              <a:tabLst/>
              <a:defRPr lang="es-ES" sz="1200" b="0" i="0" u="none" strike="noStrike" kern="1200" cap="none" spc="0" baseline="0">
                <a:solidFill>
                  <a:srgbClr val="898989"/>
                </a:solidFill>
                <a:uFillTx/>
                <a:latin typeface="Calibri"/>
              </a:defRPr>
            </a:lvl1pPr>
          </a:lstStyle>
          <a:p>
            <a:pPr lvl="0"/>
            <a:fld id="{8238B823-5BD3-45BA-8344-79CDA56FEFD1}" type="slidenum">
              <a:t>‹Nº›</a:t>
            </a:fld>
            <a:endParaRPr lang="es-E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marL="0" marR="0" lvl="0" indent="0" algn="ctr" defTabSz="457200" rtl="0" fontAlgn="auto" hangingPunct="1">
        <a:lnSpc>
          <a:spcPct val="100000"/>
        </a:lnSpc>
        <a:spcBef>
          <a:spcPts val="0"/>
        </a:spcBef>
        <a:spcAft>
          <a:spcPts val="0"/>
        </a:spcAft>
        <a:buNone/>
        <a:tabLst/>
        <a:defRPr lang="es-ES" sz="4400" b="0" i="0" u="none" strike="noStrike" kern="1200" cap="none" spc="0" baseline="0">
          <a:solidFill>
            <a:srgbClr val="000000"/>
          </a:solidFill>
          <a:uFillTx/>
          <a:latin typeface="Calibri"/>
        </a:defRPr>
      </a:lvl1pPr>
    </p:titleStyle>
    <p:bodyStyle>
      <a:lvl1pPr marL="342900" marR="0" lvl="0" indent="-342900" algn="l" defTabSz="457200" rtl="0" fontAlgn="auto" hangingPunct="1">
        <a:lnSpc>
          <a:spcPct val="100000"/>
        </a:lnSpc>
        <a:spcBef>
          <a:spcPts val="800"/>
        </a:spcBef>
        <a:spcAft>
          <a:spcPts val="0"/>
        </a:spcAft>
        <a:buSzPct val="100000"/>
        <a:buFont typeface="Arial"/>
        <a:buChar char="•"/>
        <a:tabLst/>
        <a:defRPr lang="es-ES" sz="3200" b="0" i="0" u="none" strike="noStrike" kern="1200" cap="none" spc="0" baseline="0">
          <a:solidFill>
            <a:srgbClr val="000000"/>
          </a:solidFill>
          <a:uFillTx/>
          <a:latin typeface="Calibri"/>
        </a:defRPr>
      </a:lvl1pPr>
      <a:lvl2pPr marL="742950" marR="0" lvl="1" indent="-285750" algn="l" defTabSz="457200" rtl="0" fontAlgn="auto" hangingPunct="1">
        <a:lnSpc>
          <a:spcPct val="100000"/>
        </a:lnSpc>
        <a:spcBef>
          <a:spcPts val="700"/>
        </a:spcBef>
        <a:spcAft>
          <a:spcPts val="0"/>
        </a:spcAft>
        <a:buSzPct val="100000"/>
        <a:buFont typeface="Arial"/>
        <a:buChar char="–"/>
        <a:tabLst/>
        <a:defRPr lang="es-ES" sz="2800" b="0" i="0" u="none" strike="noStrike" kern="1200" cap="none" spc="0" baseline="0">
          <a:solidFill>
            <a:srgbClr val="000000"/>
          </a:solidFill>
          <a:uFillTx/>
          <a:latin typeface="Calibri"/>
        </a:defRPr>
      </a:lvl2pPr>
      <a:lvl3pPr marL="1143000" marR="0" lvl="2" indent="-228600" algn="l" defTabSz="457200" rtl="0" fontAlgn="auto" hangingPunct="1">
        <a:lnSpc>
          <a:spcPct val="100000"/>
        </a:lnSpc>
        <a:spcBef>
          <a:spcPts val="600"/>
        </a:spcBef>
        <a:spcAft>
          <a:spcPts val="0"/>
        </a:spcAft>
        <a:buSzPct val="100000"/>
        <a:buFont typeface="Arial"/>
        <a:buChar char="•"/>
        <a:tabLst/>
        <a:defRPr lang="es-ES" sz="2400" b="0" i="0" u="none" strike="noStrike" kern="1200" cap="none" spc="0" baseline="0">
          <a:solidFill>
            <a:srgbClr val="000000"/>
          </a:solidFill>
          <a:uFillTx/>
          <a:latin typeface="Calibri"/>
        </a:defRPr>
      </a:lvl3pPr>
      <a:lvl4pPr marL="1600200" marR="0" lvl="3" indent="-228600" algn="l" defTabSz="457200" rtl="0" fontAlgn="auto" hangingPunct="1">
        <a:lnSpc>
          <a:spcPct val="100000"/>
        </a:lnSpc>
        <a:spcBef>
          <a:spcPts val="500"/>
        </a:spcBef>
        <a:spcAft>
          <a:spcPts val="0"/>
        </a:spcAft>
        <a:buSzPct val="100000"/>
        <a:buFont typeface="Arial"/>
        <a:buChar char="–"/>
        <a:tabLst/>
        <a:defRPr lang="es-ES" sz="2000" b="0" i="0" u="none" strike="noStrike" kern="1200" cap="none" spc="0" baseline="0">
          <a:solidFill>
            <a:srgbClr val="000000"/>
          </a:solidFill>
          <a:uFillTx/>
          <a:latin typeface="Calibri"/>
        </a:defRPr>
      </a:lvl4pPr>
      <a:lvl5pPr marL="2057400" marR="0" lvl="4" indent="-228600" algn="l" defTabSz="457200" rtl="0" fontAlgn="auto" hangingPunct="1">
        <a:lnSpc>
          <a:spcPct val="100000"/>
        </a:lnSpc>
        <a:spcBef>
          <a:spcPts val="500"/>
        </a:spcBef>
        <a:spcAft>
          <a:spcPts val="0"/>
        </a:spcAft>
        <a:buSzPct val="100000"/>
        <a:buFont typeface="Arial"/>
        <a:buChar char="»"/>
        <a:tabLst/>
        <a:defRPr lang="es-ES" sz="2000" b="0" i="0" u="none" strike="noStrike" kern="1200" cap="none" spc="0" baseline="0">
          <a:solidFill>
            <a:srgbClr val="000000"/>
          </a:solidFill>
          <a:uFillTx/>
          <a:latin typeface="Calibri"/>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1">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AC7BBE-19B7-1F19-E4B2-B3ACBDE19709}"/>
              </a:ext>
            </a:extLst>
          </p:cNvPr>
          <p:cNvSpPr txBox="1">
            <a:spLocks noGrp="1"/>
          </p:cNvSpPr>
          <p:nvPr>
            <p:ph type="ctrTitle"/>
          </p:nvPr>
        </p:nvSpPr>
        <p:spPr>
          <a:xfrm>
            <a:off x="695785" y="844598"/>
            <a:ext cx="7772400" cy="2336590"/>
          </a:xfrm>
        </p:spPr>
        <p:txBody>
          <a:bodyPr>
            <a:normAutofit/>
          </a:bodyPr>
          <a:lstStyle/>
          <a:p>
            <a:pPr lvl="0"/>
            <a:r>
              <a:rPr lang="es-MX" dirty="0" err="1">
                <a:cs typeface="Calibri"/>
              </a:rPr>
              <a:t>Genetic</a:t>
            </a:r>
            <a:r>
              <a:rPr lang="es-MX" dirty="0">
                <a:cs typeface="Calibri"/>
              </a:rPr>
              <a:t> Non Linear </a:t>
            </a:r>
            <a:r>
              <a:rPr lang="es-MX" dirty="0" err="1">
                <a:cs typeface="Calibri"/>
              </a:rPr>
              <a:t>Polynomial</a:t>
            </a:r>
            <a:r>
              <a:rPr lang="es-MX" dirty="0">
                <a:cs typeface="Calibri"/>
              </a:rPr>
              <a:t> </a:t>
            </a:r>
            <a:r>
              <a:rPr lang="es-MX" dirty="0" err="1">
                <a:cs typeface="Calibri"/>
              </a:rPr>
              <a:t>Discriminant</a:t>
            </a:r>
            <a:r>
              <a:rPr lang="es-MX" dirty="0">
                <a:cs typeface="Calibri"/>
              </a:rPr>
              <a:t> </a:t>
            </a:r>
            <a:r>
              <a:rPr lang="es-MX" dirty="0" err="1">
                <a:cs typeface="Calibri"/>
              </a:rPr>
              <a:t>Analysis</a:t>
            </a:r>
            <a:br>
              <a:rPr lang="es-MX" dirty="0">
                <a:cs typeface="Calibri"/>
              </a:rPr>
            </a:br>
            <a:r>
              <a:rPr lang="es-MX" dirty="0">
                <a:cs typeface="Calibri"/>
              </a:rPr>
              <a:t>GNLPDA</a:t>
            </a:r>
            <a:endParaRPr lang="es-ES" dirty="0">
              <a:cs typeface="Calibri"/>
            </a:endParaRPr>
          </a:p>
        </p:txBody>
      </p:sp>
      <p:sp>
        <p:nvSpPr>
          <p:cNvPr id="3" name="Subtítulo 2">
            <a:extLst>
              <a:ext uri="{FF2B5EF4-FFF2-40B4-BE49-F238E27FC236}">
                <a16:creationId xmlns:a16="http://schemas.microsoft.com/office/drawing/2014/main" id="{DDDCA18F-3DEB-D207-8B0B-3E7431BD5468}"/>
              </a:ext>
            </a:extLst>
          </p:cNvPr>
          <p:cNvSpPr txBox="1">
            <a:spLocks noGrp="1"/>
          </p:cNvSpPr>
          <p:nvPr>
            <p:ph type="subTitle" idx="1"/>
          </p:nvPr>
        </p:nvSpPr>
        <p:spPr>
          <a:xfrm>
            <a:off x="1001027" y="3510814"/>
            <a:ext cx="7467158" cy="2399129"/>
          </a:xfrm>
        </p:spPr>
        <p:txBody>
          <a:bodyPr>
            <a:normAutofit fontScale="92500" lnSpcReduction="20000"/>
          </a:bodyPr>
          <a:lstStyle/>
          <a:p>
            <a:pPr lvl="0"/>
            <a:r>
              <a:rPr lang="es-ES" dirty="0"/>
              <a:t>Director: Héctor Gabriel Acosta Mesa</a:t>
            </a:r>
          </a:p>
          <a:p>
            <a:pPr lvl="0"/>
            <a:r>
              <a:rPr lang="es-ES" dirty="0"/>
              <a:t>Codirector: </a:t>
            </a:r>
            <a:r>
              <a:rPr lang="es-MX" dirty="0"/>
              <a:t>Adriana Laura López Lobato</a:t>
            </a:r>
          </a:p>
          <a:p>
            <a:pPr lvl="0"/>
            <a:endParaRPr lang="es-ES" dirty="0"/>
          </a:p>
          <a:p>
            <a:pPr lvl="0"/>
            <a:r>
              <a:rPr lang="es-ES" dirty="0">
                <a:cs typeface="Calibri"/>
              </a:rPr>
              <a:t>Ángel García Báez</a:t>
            </a:r>
          </a:p>
          <a:p>
            <a:pPr>
              <a:spcBef>
                <a:spcPts val="641"/>
              </a:spcBef>
              <a:tabLst>
                <a:tab pos="0" algn="l"/>
              </a:tabLst>
            </a:pPr>
            <a:r>
              <a:rPr lang="es-ES" spc="-1" dirty="0">
                <a:solidFill>
                  <a:schemeClr val="dk1">
                    <a:tint val="75000"/>
                  </a:schemeClr>
                </a:solidFill>
              </a:rPr>
              <a:t>22/05/2026</a:t>
            </a:r>
            <a:endParaRPr lang="es-MX" spc="-1" dirty="0">
              <a:solidFill>
                <a:srgbClr val="000000"/>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F3EFD-3471-AF7B-0E2C-96A4F50ABB2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87C8FE7-1887-1B68-E628-FF5BA04D2C33}"/>
              </a:ext>
            </a:extLst>
          </p:cNvPr>
          <p:cNvSpPr>
            <a:spLocks noGrp="1"/>
          </p:cNvSpPr>
          <p:nvPr>
            <p:ph type="title"/>
          </p:nvPr>
        </p:nvSpPr>
        <p:spPr>
          <a:xfrm>
            <a:off x="457199" y="-258726"/>
            <a:ext cx="8229600" cy="1143000"/>
          </a:xfrm>
        </p:spPr>
        <p:txBody>
          <a:bodyPr>
            <a:normAutofit/>
          </a:bodyPr>
          <a:lstStyle/>
          <a:p>
            <a:r>
              <a:rPr lang="es-MX" sz="3600" dirty="0" err="1">
                <a:latin typeface="Times New Roman" panose="02020603050405020304" pitchFamily="18" charset="0"/>
                <a:cs typeface="Times New Roman" panose="02020603050405020304" pitchFamily="18" charset="0"/>
              </a:rPr>
              <a:t>For</a:t>
            </a:r>
            <a:r>
              <a:rPr lang="es-MX" sz="3600" dirty="0">
                <a:latin typeface="Times New Roman" panose="02020603050405020304" pitchFamily="18" charset="0"/>
                <a:cs typeface="Times New Roman" panose="02020603050405020304" pitchFamily="18" charset="0"/>
              </a:rPr>
              <a:t> </a:t>
            </a:r>
            <a:r>
              <a:rPr lang="es-MX" sz="3600" dirty="0" err="1">
                <a:latin typeface="Times New Roman" panose="02020603050405020304" pitchFamily="18" charset="0"/>
                <a:cs typeface="Times New Roman" panose="02020603050405020304" pitchFamily="18" charset="0"/>
              </a:rPr>
              <a:t>this</a:t>
            </a:r>
            <a:r>
              <a:rPr lang="es-MX" sz="3600" dirty="0">
                <a:latin typeface="Times New Roman" panose="02020603050405020304" pitchFamily="18" charset="0"/>
                <a:cs typeface="Times New Roman" panose="02020603050405020304" pitchFamily="18" charset="0"/>
              </a:rPr>
              <a:t> </a:t>
            </a:r>
            <a:r>
              <a:rPr lang="es-MX" sz="3600" dirty="0" err="1">
                <a:latin typeface="Times New Roman" panose="02020603050405020304" pitchFamily="18" charset="0"/>
                <a:cs typeface="Times New Roman" panose="02020603050405020304" pitchFamily="18" charset="0"/>
              </a:rPr>
              <a:t>session</a:t>
            </a:r>
            <a:endParaRPr lang="es-MX" sz="3600" dirty="0">
              <a:latin typeface="Times New Roman" panose="02020603050405020304" pitchFamily="18" charset="0"/>
              <a:cs typeface="Times New Roman" panose="02020603050405020304" pitchFamily="18" charset="0"/>
            </a:endParaRPr>
          </a:p>
        </p:txBody>
      </p:sp>
      <p:sp>
        <p:nvSpPr>
          <p:cNvPr id="3" name="Marcador de contenido 2">
            <a:extLst>
              <a:ext uri="{FF2B5EF4-FFF2-40B4-BE49-F238E27FC236}">
                <a16:creationId xmlns:a16="http://schemas.microsoft.com/office/drawing/2014/main" id="{DB6DC308-9DD8-91FC-D9B1-30DE9CACFE07}"/>
              </a:ext>
            </a:extLst>
          </p:cNvPr>
          <p:cNvSpPr>
            <a:spLocks noGrp="1"/>
          </p:cNvSpPr>
          <p:nvPr>
            <p:ph idx="1"/>
          </p:nvPr>
        </p:nvSpPr>
        <p:spPr>
          <a:xfrm>
            <a:off x="457199" y="757559"/>
            <a:ext cx="8229600" cy="6048090"/>
          </a:xfrm>
        </p:spPr>
        <p:txBody>
          <a:bodyPr>
            <a:normAutofit/>
          </a:bodyPr>
          <a:lstStyle/>
          <a:p>
            <a:pPr marL="12700" indent="0" algn="ctr" defTabSz="914400">
              <a:spcBef>
                <a:spcPts val="2220"/>
              </a:spcBef>
              <a:buSzTx/>
              <a:buNone/>
              <a:defRPr/>
            </a:pPr>
            <a:endParaRPr lang="en-US" dirty="0"/>
          </a:p>
          <a:p>
            <a:pPr marL="469900" indent="-457200" algn="ctr" defTabSz="914400">
              <a:spcBef>
                <a:spcPts val="2220"/>
              </a:spcBef>
              <a:buSzTx/>
              <a:buFontTx/>
              <a:buChar char="-"/>
              <a:defRPr/>
            </a:pPr>
            <a:r>
              <a:rPr lang="en-US" dirty="0"/>
              <a:t>Show workflow progress</a:t>
            </a:r>
          </a:p>
          <a:p>
            <a:pPr marL="469900" indent="-457200" algn="ctr" defTabSz="914400">
              <a:spcBef>
                <a:spcPts val="2220"/>
              </a:spcBef>
              <a:buSzTx/>
              <a:buFontTx/>
              <a:buChar char="-"/>
              <a:defRPr/>
            </a:pPr>
            <a:endParaRPr lang="en-US" dirty="0"/>
          </a:p>
          <a:p>
            <a:pPr marL="469900" indent="-457200" algn="ctr" defTabSz="914400">
              <a:spcBef>
                <a:spcPts val="2220"/>
              </a:spcBef>
              <a:buSzTx/>
              <a:buFontTx/>
              <a:buChar char="-"/>
              <a:defRPr/>
            </a:pPr>
            <a:r>
              <a:rPr lang="en-US" dirty="0"/>
              <a:t>Show results with statistical test</a:t>
            </a:r>
          </a:p>
        </p:txBody>
      </p:sp>
      <p:sp>
        <p:nvSpPr>
          <p:cNvPr id="4" name="Marcador de número de diapositiva 3">
            <a:extLst>
              <a:ext uri="{FF2B5EF4-FFF2-40B4-BE49-F238E27FC236}">
                <a16:creationId xmlns:a16="http://schemas.microsoft.com/office/drawing/2014/main" id="{7DB81B2E-C47A-4580-8B3F-91B16002FBD2}"/>
              </a:ext>
            </a:extLst>
          </p:cNvPr>
          <p:cNvSpPr>
            <a:spLocks noGrp="1"/>
          </p:cNvSpPr>
          <p:nvPr>
            <p:ph type="sldNum" sz="quarter" idx="8"/>
          </p:nvPr>
        </p:nvSpPr>
        <p:spPr/>
        <p:txBody>
          <a:bodyPr/>
          <a:lstStyle/>
          <a:p>
            <a:pPr lvl="0"/>
            <a:fld id="{A20C4BF6-2150-487F-8C1E-23E793CAFD15}" type="slidenum">
              <a:rPr lang="es-MX" smtClean="0"/>
              <a:t>2</a:t>
            </a:fld>
            <a:endParaRPr lang="es-MX"/>
          </a:p>
        </p:txBody>
      </p:sp>
      <p:sp>
        <p:nvSpPr>
          <p:cNvPr id="6" name="AutoShape 4" descr="What-is-Dimensionality-Reduction-.webp">
            <a:extLst>
              <a:ext uri="{FF2B5EF4-FFF2-40B4-BE49-F238E27FC236}">
                <a16:creationId xmlns:a16="http://schemas.microsoft.com/office/drawing/2014/main" id="{A6F9FF17-E78D-EFD3-2F18-14950C8A7B1F}"/>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MX"/>
          </a:p>
        </p:txBody>
      </p:sp>
    </p:spTree>
    <p:extLst>
      <p:ext uri="{BB962C8B-B14F-4D97-AF65-F5344CB8AC3E}">
        <p14:creationId xmlns:p14="http://schemas.microsoft.com/office/powerpoint/2010/main" val="11023741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7B908-314C-EDD6-F889-E09F4DC1B72B}"/>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C49B923F-0890-72B1-BD2C-EE2F68DC4F34}"/>
              </a:ext>
            </a:extLst>
          </p:cNvPr>
          <p:cNvSpPr>
            <a:spLocks noGrp="1"/>
          </p:cNvSpPr>
          <p:nvPr>
            <p:ph type="sldNum" sz="quarter" idx="8"/>
          </p:nvPr>
        </p:nvSpPr>
        <p:spPr/>
        <p:txBody>
          <a:bodyPr/>
          <a:lstStyle/>
          <a:p>
            <a:pPr lvl="0"/>
            <a:fld id="{A20C4BF6-2150-487F-8C1E-23E793CAFD15}" type="slidenum">
              <a:rPr lang="es-MX" smtClean="0"/>
              <a:t>3</a:t>
            </a:fld>
            <a:endParaRPr lang="es-MX"/>
          </a:p>
        </p:txBody>
      </p:sp>
      <p:sp>
        <p:nvSpPr>
          <p:cNvPr id="6" name="AutoShape 4" descr="What-is-Dimensionality-Reduction-.webp">
            <a:extLst>
              <a:ext uri="{FF2B5EF4-FFF2-40B4-BE49-F238E27FC236}">
                <a16:creationId xmlns:a16="http://schemas.microsoft.com/office/drawing/2014/main" id="{6AE9B49D-371F-3895-EDC0-788E26968570}"/>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MX"/>
          </a:p>
        </p:txBody>
      </p:sp>
      <p:graphicFrame>
        <p:nvGraphicFramePr>
          <p:cNvPr id="17" name="Tabla 16">
            <a:extLst>
              <a:ext uri="{FF2B5EF4-FFF2-40B4-BE49-F238E27FC236}">
                <a16:creationId xmlns:a16="http://schemas.microsoft.com/office/drawing/2014/main" id="{519215BA-7248-BA85-C4D3-AB30F01F0669}"/>
              </a:ext>
            </a:extLst>
          </p:cNvPr>
          <p:cNvGraphicFramePr>
            <a:graphicFrameLocks noGrp="1"/>
          </p:cNvGraphicFramePr>
          <p:nvPr>
            <p:extLst>
              <p:ext uri="{D42A27DB-BD31-4B8C-83A1-F6EECF244321}">
                <p14:modId xmlns:p14="http://schemas.microsoft.com/office/powerpoint/2010/main" val="2257520283"/>
              </p:ext>
            </p:extLst>
          </p:nvPr>
        </p:nvGraphicFramePr>
        <p:xfrm>
          <a:off x="729050" y="203886"/>
          <a:ext cx="7735328" cy="6089574"/>
        </p:xfrm>
        <a:graphic>
          <a:graphicData uri="http://schemas.openxmlformats.org/drawingml/2006/table">
            <a:tbl>
              <a:tblPr/>
              <a:tblGrid>
                <a:gridCol w="2500896">
                  <a:extLst>
                    <a:ext uri="{9D8B030D-6E8A-4147-A177-3AD203B41FA5}">
                      <a16:colId xmlns:a16="http://schemas.microsoft.com/office/drawing/2014/main" val="1235353436"/>
                    </a:ext>
                  </a:extLst>
                </a:gridCol>
                <a:gridCol w="683384">
                  <a:extLst>
                    <a:ext uri="{9D8B030D-6E8A-4147-A177-3AD203B41FA5}">
                      <a16:colId xmlns:a16="http://schemas.microsoft.com/office/drawing/2014/main" val="1771841601"/>
                    </a:ext>
                  </a:extLst>
                </a:gridCol>
                <a:gridCol w="683384">
                  <a:extLst>
                    <a:ext uri="{9D8B030D-6E8A-4147-A177-3AD203B41FA5}">
                      <a16:colId xmlns:a16="http://schemas.microsoft.com/office/drawing/2014/main" val="1830691289"/>
                    </a:ext>
                  </a:extLst>
                </a:gridCol>
                <a:gridCol w="494363">
                  <a:extLst>
                    <a:ext uri="{9D8B030D-6E8A-4147-A177-3AD203B41FA5}">
                      <a16:colId xmlns:a16="http://schemas.microsoft.com/office/drawing/2014/main" val="1426481325"/>
                    </a:ext>
                  </a:extLst>
                </a:gridCol>
                <a:gridCol w="378041">
                  <a:extLst>
                    <a:ext uri="{9D8B030D-6E8A-4147-A177-3AD203B41FA5}">
                      <a16:colId xmlns:a16="http://schemas.microsoft.com/office/drawing/2014/main" val="825924043"/>
                    </a:ext>
                  </a:extLst>
                </a:gridCol>
                <a:gridCol w="407122">
                  <a:extLst>
                    <a:ext uri="{9D8B030D-6E8A-4147-A177-3AD203B41FA5}">
                      <a16:colId xmlns:a16="http://schemas.microsoft.com/office/drawing/2014/main" val="1701099375"/>
                    </a:ext>
                  </a:extLst>
                </a:gridCol>
                <a:gridCol w="407122">
                  <a:extLst>
                    <a:ext uri="{9D8B030D-6E8A-4147-A177-3AD203B41FA5}">
                      <a16:colId xmlns:a16="http://schemas.microsoft.com/office/drawing/2014/main" val="2350009383"/>
                    </a:ext>
                  </a:extLst>
                </a:gridCol>
                <a:gridCol w="552524">
                  <a:extLst>
                    <a:ext uri="{9D8B030D-6E8A-4147-A177-3AD203B41FA5}">
                      <a16:colId xmlns:a16="http://schemas.microsoft.com/office/drawing/2014/main" val="3949987016"/>
                    </a:ext>
                  </a:extLst>
                </a:gridCol>
                <a:gridCol w="814246">
                  <a:extLst>
                    <a:ext uri="{9D8B030D-6E8A-4147-A177-3AD203B41FA5}">
                      <a16:colId xmlns:a16="http://schemas.microsoft.com/office/drawing/2014/main" val="1304419034"/>
                    </a:ext>
                  </a:extLst>
                </a:gridCol>
                <a:gridCol w="814246">
                  <a:extLst>
                    <a:ext uri="{9D8B030D-6E8A-4147-A177-3AD203B41FA5}">
                      <a16:colId xmlns:a16="http://schemas.microsoft.com/office/drawing/2014/main" val="1427795695"/>
                    </a:ext>
                  </a:extLst>
                </a:gridCol>
              </a:tblGrid>
              <a:tr h="185186">
                <a:tc gridSpan="10">
                  <a:txBody>
                    <a:bodyPr/>
                    <a:lstStyle/>
                    <a:p>
                      <a:pPr algn="ctr" fontAlgn="ctr">
                        <a:buNone/>
                      </a:pPr>
                      <a:r>
                        <a:rPr lang="es-MX" sz="1200" b="1" i="0" u="none" strike="noStrike" dirty="0">
                          <a:solidFill>
                            <a:srgbClr val="000000"/>
                          </a:solidFill>
                          <a:effectLst/>
                          <a:latin typeface="Aptos" panose="020B0004020202020204" pitchFamily="34" charset="0"/>
                        </a:rPr>
                        <a:t>Calendar January - September 2026</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hMerge="1">
                  <a:txBody>
                    <a:bodyPr/>
                    <a:lstStyle/>
                    <a:p>
                      <a:endParaRPr lang="es-MX"/>
                    </a:p>
                  </a:txBody>
                  <a:tcPr/>
                </a:tc>
                <a:tc hMerge="1">
                  <a:txBody>
                    <a:bodyPr/>
                    <a:lstStyle/>
                    <a:p>
                      <a:endParaRPr lang="es-MX"/>
                    </a:p>
                  </a:txBody>
                  <a:tcPr/>
                </a:tc>
                <a:tc hMerge="1">
                  <a:txBody>
                    <a:bodyPr/>
                    <a:lstStyle/>
                    <a:p>
                      <a:endParaRPr lang="es-MX"/>
                    </a:p>
                  </a:txBody>
                  <a:tcPr/>
                </a:tc>
                <a:tc hMerge="1">
                  <a:txBody>
                    <a:bodyPr/>
                    <a:lstStyle/>
                    <a:p>
                      <a:endParaRPr lang="es-MX"/>
                    </a:p>
                  </a:txBody>
                  <a:tcPr/>
                </a:tc>
                <a:tc hMerge="1">
                  <a:txBody>
                    <a:bodyPr/>
                    <a:lstStyle/>
                    <a:p>
                      <a:endParaRPr lang="es-MX"/>
                    </a:p>
                  </a:txBody>
                  <a:tcPr/>
                </a:tc>
                <a:tc hMerge="1">
                  <a:txBody>
                    <a:bodyPr/>
                    <a:lstStyle/>
                    <a:p>
                      <a:endParaRPr lang="es-MX"/>
                    </a:p>
                  </a:txBody>
                  <a:tcPr/>
                </a:tc>
                <a:tc hMerge="1">
                  <a:txBody>
                    <a:bodyPr/>
                    <a:lstStyle/>
                    <a:p>
                      <a:endParaRPr lang="es-MX"/>
                    </a:p>
                  </a:txBody>
                  <a:tcPr/>
                </a:tc>
                <a:tc hMerge="1">
                  <a:txBody>
                    <a:bodyPr/>
                    <a:lstStyle/>
                    <a:p>
                      <a:endParaRPr lang="es-MX"/>
                    </a:p>
                  </a:txBody>
                  <a:tcPr/>
                </a:tc>
                <a:tc hMerge="1">
                  <a:txBody>
                    <a:bodyPr/>
                    <a:lstStyle/>
                    <a:p>
                      <a:endParaRPr lang="es-MX"/>
                    </a:p>
                  </a:txBody>
                  <a:tcPr/>
                </a:tc>
                <a:extLst>
                  <a:ext uri="{0D108BD9-81ED-4DB2-BD59-A6C34878D82A}">
                    <a16:rowId xmlns:a16="http://schemas.microsoft.com/office/drawing/2014/main" val="3675153536"/>
                  </a:ext>
                </a:extLst>
              </a:tr>
              <a:tr h="130472">
                <a:tc rowSpan="2">
                  <a:txBody>
                    <a:bodyPr/>
                    <a:lstStyle/>
                    <a:p>
                      <a:pPr algn="l" fontAlgn="ctr">
                        <a:buNone/>
                      </a:pPr>
                      <a:r>
                        <a:rPr lang="es-MX" sz="1200" b="1" i="0" u="none" strike="noStrike">
                          <a:solidFill>
                            <a:srgbClr val="000000"/>
                          </a:solidFill>
                          <a:effectLst/>
                          <a:latin typeface="Aptos" panose="020B0004020202020204" pitchFamily="34" charset="0"/>
                        </a:rPr>
                        <a:t>Activity</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gridSpan="9">
                  <a:txBody>
                    <a:bodyPr/>
                    <a:lstStyle/>
                    <a:p>
                      <a:pPr algn="ctr" fontAlgn="b">
                        <a:buNone/>
                      </a:pPr>
                      <a:r>
                        <a:rPr lang="es-MX" sz="1000" b="1" i="0" u="none" strike="noStrike" dirty="0">
                          <a:solidFill>
                            <a:srgbClr val="000000"/>
                          </a:solidFill>
                          <a:effectLst/>
                          <a:latin typeface="Aptos Narrow" panose="020B0004020202020204" pitchFamily="34" charset="0"/>
                        </a:rPr>
                        <a:t>2026</a:t>
                      </a:r>
                    </a:p>
                  </a:txBody>
                  <a:tcPr marL="3153" marR="3153" marT="3153" marB="0" anchor="b">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hMerge="1">
                  <a:txBody>
                    <a:bodyPr/>
                    <a:lstStyle/>
                    <a:p>
                      <a:endParaRPr lang="es-MX"/>
                    </a:p>
                  </a:txBody>
                  <a:tcPr/>
                </a:tc>
                <a:tc hMerge="1">
                  <a:txBody>
                    <a:bodyPr/>
                    <a:lstStyle/>
                    <a:p>
                      <a:endParaRPr lang="es-MX"/>
                    </a:p>
                  </a:txBody>
                  <a:tcPr/>
                </a:tc>
                <a:tc hMerge="1">
                  <a:txBody>
                    <a:bodyPr/>
                    <a:lstStyle/>
                    <a:p>
                      <a:endParaRPr lang="es-MX"/>
                    </a:p>
                  </a:txBody>
                  <a:tcPr/>
                </a:tc>
                <a:tc hMerge="1">
                  <a:txBody>
                    <a:bodyPr/>
                    <a:lstStyle/>
                    <a:p>
                      <a:endParaRPr lang="es-MX"/>
                    </a:p>
                  </a:txBody>
                  <a:tcPr/>
                </a:tc>
                <a:tc hMerge="1">
                  <a:txBody>
                    <a:bodyPr/>
                    <a:lstStyle/>
                    <a:p>
                      <a:endParaRPr lang="es-MX"/>
                    </a:p>
                  </a:txBody>
                  <a:tcPr/>
                </a:tc>
                <a:tc hMerge="1">
                  <a:txBody>
                    <a:bodyPr/>
                    <a:lstStyle/>
                    <a:p>
                      <a:endParaRPr lang="es-MX"/>
                    </a:p>
                  </a:txBody>
                  <a:tcPr/>
                </a:tc>
                <a:tc hMerge="1">
                  <a:txBody>
                    <a:bodyPr/>
                    <a:lstStyle/>
                    <a:p>
                      <a:endParaRPr lang="es-MX"/>
                    </a:p>
                  </a:txBody>
                  <a:tcPr/>
                </a:tc>
                <a:tc hMerge="1">
                  <a:txBody>
                    <a:bodyPr/>
                    <a:lstStyle/>
                    <a:p>
                      <a:endParaRPr lang="es-MX"/>
                    </a:p>
                  </a:txBody>
                  <a:tcPr/>
                </a:tc>
                <a:extLst>
                  <a:ext uri="{0D108BD9-81ED-4DB2-BD59-A6C34878D82A}">
                    <a16:rowId xmlns:a16="http://schemas.microsoft.com/office/drawing/2014/main" val="2912311518"/>
                  </a:ext>
                </a:extLst>
              </a:tr>
              <a:tr h="227275">
                <a:tc vMerge="1">
                  <a:txBody>
                    <a:bodyPr/>
                    <a:lstStyle/>
                    <a:p>
                      <a:endParaRPr lang="es-MX"/>
                    </a:p>
                  </a:txBody>
                  <a:tcPr/>
                </a:tc>
                <a:tc>
                  <a:txBody>
                    <a:bodyPr/>
                    <a:lstStyle/>
                    <a:p>
                      <a:pPr algn="ctr" fontAlgn="ctr">
                        <a:buNone/>
                      </a:pPr>
                      <a:r>
                        <a:rPr lang="es-MX" sz="1000" b="1" i="0" u="none" strike="noStrike">
                          <a:solidFill>
                            <a:srgbClr val="2C3E5D"/>
                          </a:solidFill>
                          <a:effectLst/>
                          <a:latin typeface="Arial" panose="020B0604020202020204" pitchFamily="34" charset="0"/>
                        </a:rPr>
                        <a:t>January</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s-MX" sz="1000" b="1" i="0" u="none" strike="noStrike" dirty="0" err="1">
                          <a:solidFill>
                            <a:srgbClr val="2C3E5D"/>
                          </a:solidFill>
                          <a:effectLst/>
                          <a:latin typeface="Arial" panose="020B0604020202020204" pitchFamily="34" charset="0"/>
                        </a:rPr>
                        <a:t>February</a:t>
                      </a:r>
                      <a:endParaRPr lang="es-MX" sz="1000" b="1" i="0" u="none" strike="noStrike" dirty="0">
                        <a:solidFill>
                          <a:srgbClr val="2C3E5D"/>
                        </a:solidFill>
                        <a:effectLst/>
                        <a:latin typeface="Arial" panose="020B0604020202020204" pitchFamily="34" charset="0"/>
                      </a:endParaRP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s-MX" sz="1000" b="1" i="0" u="none" strike="noStrike">
                          <a:solidFill>
                            <a:srgbClr val="2C3E5D"/>
                          </a:solidFill>
                          <a:effectLst/>
                          <a:latin typeface="Arial" panose="020B0604020202020204" pitchFamily="34" charset="0"/>
                        </a:rPr>
                        <a:t>March</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s-MX" sz="1000" b="1" i="0" u="none" strike="noStrike">
                          <a:solidFill>
                            <a:srgbClr val="2C3E5D"/>
                          </a:solidFill>
                          <a:effectLst/>
                          <a:latin typeface="Arial" panose="020B0604020202020204" pitchFamily="34" charset="0"/>
                        </a:rPr>
                        <a:t>April</a:t>
                      </a:r>
                    </a:p>
                  </a:txBody>
                  <a:tcPr marL="3153" marR="3153" marT="3153" marB="0" anchor="ctr">
                    <a:lnL w="190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s-MX" sz="1000" b="1" i="0" u="none" strike="noStrike" dirty="0">
                          <a:solidFill>
                            <a:srgbClr val="2C3E5D"/>
                          </a:solidFill>
                          <a:effectLst/>
                          <a:latin typeface="Arial" panose="020B0604020202020204" pitchFamily="34" charset="0"/>
                        </a:rPr>
                        <a:t>May</a:t>
                      </a:r>
                    </a:p>
                  </a:txBody>
                  <a:tcPr marL="3153" marR="3153" marT="31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s-MX" sz="1000" b="1" i="0" u="none" strike="noStrike">
                          <a:solidFill>
                            <a:srgbClr val="2C3E5D"/>
                          </a:solidFill>
                          <a:effectLst/>
                          <a:latin typeface="Arial" panose="020B0604020202020204" pitchFamily="34" charset="0"/>
                        </a:rPr>
                        <a:t>June</a:t>
                      </a:r>
                    </a:p>
                  </a:txBody>
                  <a:tcPr marL="3153" marR="3153" marT="3153" marB="0" anchor="ctr">
                    <a:lnL w="12700" cap="flat" cmpd="sng" algn="ctr">
                      <a:solidFill>
                        <a:schemeClr val="tx1"/>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s-MX" sz="1000" b="1" i="0" u="none" strike="noStrike">
                          <a:solidFill>
                            <a:srgbClr val="2C3E5D"/>
                          </a:solidFill>
                          <a:effectLst/>
                          <a:latin typeface="Arial" panose="020B0604020202020204" pitchFamily="34" charset="0"/>
                        </a:rPr>
                        <a:t>July</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s-MX" sz="1000" b="1" i="0" u="none" strike="noStrike">
                          <a:solidFill>
                            <a:srgbClr val="2C3E5D"/>
                          </a:solidFill>
                          <a:effectLst/>
                          <a:latin typeface="Arial" panose="020B0604020202020204" pitchFamily="34" charset="0"/>
                        </a:rPr>
                        <a:t>August</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s-MX" sz="1000" b="1" i="0" u="none" strike="noStrike">
                          <a:solidFill>
                            <a:srgbClr val="2C3E5D"/>
                          </a:solidFill>
                          <a:effectLst/>
                          <a:latin typeface="Arial" panose="020B0604020202020204" pitchFamily="34" charset="0"/>
                        </a:rPr>
                        <a:t>September</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2389026"/>
                  </a:ext>
                </a:extLst>
              </a:tr>
              <a:tr h="329689">
                <a:tc>
                  <a:txBody>
                    <a:bodyPr/>
                    <a:lstStyle/>
                    <a:p>
                      <a:pPr algn="l" fontAlgn="ctr">
                        <a:buNone/>
                      </a:pPr>
                      <a:r>
                        <a:rPr lang="es-MX" sz="1200" b="1" i="0" u="none" strike="noStrike">
                          <a:solidFill>
                            <a:srgbClr val="000000"/>
                          </a:solidFill>
                          <a:effectLst/>
                          <a:latin typeface="Aptos" panose="020B0004020202020204" pitchFamily="34" charset="0"/>
                        </a:rPr>
                        <a:t>Review of the protocol</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83CCEB"/>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83CCEB"/>
                    </a:solidFill>
                  </a:tcPr>
                </a:tc>
                <a:tc>
                  <a:txBody>
                    <a:bodyPr/>
                    <a:lstStyle/>
                    <a:p>
                      <a:pPr algn="ctr" fontAlgn="ctr">
                        <a:buNone/>
                      </a:pPr>
                      <a:r>
                        <a:rPr lang="es-MX" sz="1100" b="1" i="0" u="none" strike="noStrike" dirty="0">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s-MX" sz="1100" b="1" i="0" u="none" strike="noStrike" dirty="0">
                          <a:solidFill>
                            <a:srgbClr val="000000"/>
                          </a:solidFill>
                          <a:effectLst/>
                          <a:latin typeface="Aptos" panose="020B0004020202020204" pitchFamily="34" charset="0"/>
                        </a:rPr>
                        <a:t> </a:t>
                      </a:r>
                    </a:p>
                  </a:txBody>
                  <a:tcPr marL="3153" marR="3153" marT="31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2700" cap="flat" cmpd="sng" algn="ctr">
                      <a:solidFill>
                        <a:schemeClr val="tx1"/>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297796750"/>
                  </a:ext>
                </a:extLst>
              </a:tr>
              <a:tr h="538726">
                <a:tc>
                  <a:txBody>
                    <a:bodyPr/>
                    <a:lstStyle/>
                    <a:p>
                      <a:pPr algn="l" fontAlgn="ctr">
                        <a:buNone/>
                      </a:pPr>
                      <a:r>
                        <a:rPr lang="en-US" sz="1200" b="1" i="0" u="none" strike="noStrike">
                          <a:solidFill>
                            <a:srgbClr val="000000"/>
                          </a:solidFill>
                          <a:effectLst/>
                          <a:latin typeface="Aptos" panose="020B0004020202020204" pitchFamily="34" charset="0"/>
                        </a:rPr>
                        <a:t>Review of the literature and state of the art</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E49EDD"/>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E49EDD"/>
                    </a:solidFill>
                  </a:tcPr>
                </a:tc>
                <a:tc>
                  <a:txBody>
                    <a:bodyPr/>
                    <a:lstStyle/>
                    <a:p>
                      <a:pPr algn="ctr" fontAlgn="ctr">
                        <a:buNone/>
                      </a:pPr>
                      <a:r>
                        <a:rPr lang="es-MX" sz="1100" b="1" i="0" u="none" strike="noStrike" dirty="0">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E49EDD"/>
                    </a:solidFill>
                  </a:tcPr>
                </a:tc>
                <a:tc>
                  <a:txBody>
                    <a:bodyPr/>
                    <a:lstStyle/>
                    <a:p>
                      <a:pPr algn="ctr" fontAlgn="ctr">
                        <a:buNone/>
                      </a:pPr>
                      <a:r>
                        <a:rPr lang="es-MX" sz="1100" b="1" i="0" u="none" strike="noStrike" dirty="0">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E49EDD"/>
                    </a:solidFill>
                  </a:tcPr>
                </a:tc>
                <a:tc>
                  <a:txBody>
                    <a:bodyPr/>
                    <a:lstStyle/>
                    <a:p>
                      <a:pPr algn="ctr" fontAlgn="ctr">
                        <a:buNone/>
                      </a:pPr>
                      <a:r>
                        <a:rPr lang="es-MX" sz="1100" b="1" i="0" u="none" strike="noStrike" dirty="0">
                          <a:solidFill>
                            <a:srgbClr val="000000"/>
                          </a:solidFill>
                          <a:effectLst/>
                          <a:latin typeface="Aptos" panose="020B0004020202020204" pitchFamily="34" charset="0"/>
                        </a:rPr>
                        <a:t> </a:t>
                      </a:r>
                    </a:p>
                  </a:txBody>
                  <a:tcPr marL="3153" marR="3153" marT="31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9EDD"/>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2700" cap="flat" cmpd="sng" algn="ctr">
                      <a:solidFill>
                        <a:schemeClr val="tx1"/>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s-MX" sz="1100" b="1" i="0" u="none" strike="noStrike" dirty="0">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56967382"/>
                  </a:ext>
                </a:extLst>
              </a:tr>
              <a:tr h="361957">
                <a:tc>
                  <a:txBody>
                    <a:bodyPr/>
                    <a:lstStyle/>
                    <a:p>
                      <a:pPr algn="l" fontAlgn="ctr">
                        <a:buNone/>
                      </a:pPr>
                      <a:r>
                        <a:rPr lang="es-MX" sz="1200" b="1" i="0" u="none" strike="noStrike">
                          <a:solidFill>
                            <a:srgbClr val="000000"/>
                          </a:solidFill>
                          <a:effectLst/>
                          <a:latin typeface="Aptos" panose="020B0004020202020204" pitchFamily="34" charset="0"/>
                        </a:rPr>
                        <a:t>Problem definition and methodology</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es-MX" sz="1100" b="1" i="0" u="none" strike="noStrike" dirty="0">
                          <a:solidFill>
                            <a:srgbClr val="000000"/>
                          </a:solidFill>
                          <a:effectLst/>
                          <a:latin typeface="Aptos" panose="020B0004020202020204" pitchFamily="34" charset="0"/>
                        </a:rPr>
                        <a:t> </a:t>
                      </a:r>
                    </a:p>
                  </a:txBody>
                  <a:tcPr marL="3153" marR="3153" marT="31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2700" cap="flat" cmpd="sng" algn="ctr">
                      <a:solidFill>
                        <a:schemeClr val="tx1"/>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72979203"/>
                  </a:ext>
                </a:extLst>
              </a:tr>
              <a:tr h="655169">
                <a:tc>
                  <a:txBody>
                    <a:bodyPr/>
                    <a:lstStyle/>
                    <a:p>
                      <a:pPr algn="l" fontAlgn="ctr">
                        <a:buNone/>
                      </a:pPr>
                      <a:r>
                        <a:rPr lang="en-US" sz="1200" b="1" i="0" u="none" strike="noStrike">
                          <a:solidFill>
                            <a:srgbClr val="000000"/>
                          </a:solidFill>
                          <a:effectLst/>
                          <a:latin typeface="Aptos" panose="020B0004020202020204" pitchFamily="34" charset="0"/>
                        </a:rPr>
                        <a:t>Design and implementation of the proposed algorithm</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86DCD"/>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86DCD"/>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86DCD"/>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86DCD"/>
                    </a:solidFill>
                  </a:tcPr>
                </a:tc>
                <a:tc>
                  <a:txBody>
                    <a:bodyPr/>
                    <a:lstStyle/>
                    <a:p>
                      <a:pPr algn="ctr" fontAlgn="ctr">
                        <a:buNone/>
                      </a:pPr>
                      <a:r>
                        <a:rPr lang="es-MX" sz="1100" b="1" i="0" u="none" strike="noStrike" dirty="0">
                          <a:solidFill>
                            <a:srgbClr val="000000"/>
                          </a:solidFill>
                          <a:effectLst/>
                          <a:latin typeface="Aptos" panose="020B0004020202020204" pitchFamily="34" charset="0"/>
                        </a:rPr>
                        <a:t> </a:t>
                      </a:r>
                    </a:p>
                  </a:txBody>
                  <a:tcPr marL="3153" marR="3153" marT="31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2700" cap="flat" cmpd="sng" algn="ctr">
                      <a:solidFill>
                        <a:schemeClr val="tx1"/>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s-MX" sz="1100" b="1" i="0" u="none" strike="noStrike" dirty="0">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687479416"/>
                  </a:ext>
                </a:extLst>
              </a:tr>
              <a:tr h="538726">
                <a:tc>
                  <a:txBody>
                    <a:bodyPr/>
                    <a:lstStyle/>
                    <a:p>
                      <a:pPr algn="l" fontAlgn="ctr">
                        <a:buNone/>
                      </a:pPr>
                      <a:r>
                        <a:rPr lang="en-US" sz="1200" b="1" i="0" u="none" strike="noStrike">
                          <a:solidFill>
                            <a:srgbClr val="000000"/>
                          </a:solidFill>
                          <a:effectLst/>
                          <a:latin typeface="Aptos" panose="020B0004020202020204" pitchFamily="34" charset="0"/>
                        </a:rPr>
                        <a:t>Experiments and validation (using real and simulated data)</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E97132"/>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E97132"/>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E97132"/>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E97132"/>
                    </a:solidFill>
                  </a:tcPr>
                </a:tc>
                <a:tc>
                  <a:txBody>
                    <a:bodyPr/>
                    <a:lstStyle/>
                    <a:p>
                      <a:pPr algn="ctr" fontAlgn="ctr">
                        <a:buNone/>
                      </a:pPr>
                      <a:r>
                        <a:rPr lang="es-MX" sz="1100" b="1" i="0" u="none" strike="noStrike" dirty="0">
                          <a:solidFill>
                            <a:srgbClr val="000000"/>
                          </a:solidFill>
                          <a:effectLst/>
                          <a:latin typeface="Aptos" panose="020B0004020202020204" pitchFamily="34" charset="0"/>
                        </a:rPr>
                        <a:t> </a:t>
                      </a:r>
                    </a:p>
                  </a:txBody>
                  <a:tcPr marL="3153" marR="3153" marT="31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7132"/>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2700" cap="flat" cmpd="sng" algn="ctr">
                      <a:solidFill>
                        <a:schemeClr val="tx1"/>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s-MX" sz="1100" b="1" i="0" u="none" strike="noStrike" dirty="0">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s-MX" sz="1100" b="1" i="0" u="none" strike="noStrike" dirty="0">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52928724"/>
                  </a:ext>
                </a:extLst>
              </a:tr>
              <a:tr h="361957">
                <a:tc>
                  <a:txBody>
                    <a:bodyPr/>
                    <a:lstStyle/>
                    <a:p>
                      <a:pPr algn="l" fontAlgn="ctr">
                        <a:buNone/>
                      </a:pPr>
                      <a:r>
                        <a:rPr lang="en-US" sz="1200" b="1" i="0" u="none" strike="noStrike">
                          <a:solidFill>
                            <a:srgbClr val="000000"/>
                          </a:solidFill>
                          <a:effectLst/>
                          <a:latin typeface="Aptos" panose="020B0004020202020204" pitchFamily="34" charset="0"/>
                        </a:rPr>
                        <a:t>Calibration of the proposed algorithm</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E49EDD"/>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E49EDD"/>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E49EDD"/>
                    </a:solidFill>
                  </a:tcPr>
                </a:tc>
                <a:tc>
                  <a:txBody>
                    <a:bodyPr/>
                    <a:lstStyle/>
                    <a:p>
                      <a:pPr algn="ctr" fontAlgn="ctr">
                        <a:buNone/>
                      </a:pPr>
                      <a:r>
                        <a:rPr lang="es-MX" sz="1100" b="1" i="0" u="none" strike="noStrike" dirty="0">
                          <a:solidFill>
                            <a:srgbClr val="000000"/>
                          </a:solidFill>
                          <a:effectLst/>
                          <a:latin typeface="Aptos" panose="020B0004020202020204" pitchFamily="34" charset="0"/>
                        </a:rPr>
                        <a:t> </a:t>
                      </a:r>
                    </a:p>
                  </a:txBody>
                  <a:tcPr marL="3153" marR="3153" marT="31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9EDD"/>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2700" cap="flat" cmpd="sng" algn="ctr">
                      <a:solidFill>
                        <a:schemeClr val="tx1"/>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s-MX" sz="1100" b="1" i="0" u="none" strike="noStrike">
                          <a:solidFill>
                            <a:srgbClr val="FF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s-MX" sz="1100" b="1" i="0" u="none" strike="noStrike" dirty="0">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37190766"/>
                  </a:ext>
                </a:extLst>
              </a:tr>
              <a:tr h="361957">
                <a:tc>
                  <a:txBody>
                    <a:bodyPr/>
                    <a:lstStyle/>
                    <a:p>
                      <a:pPr algn="l" fontAlgn="ctr">
                        <a:buNone/>
                      </a:pPr>
                      <a:r>
                        <a:rPr lang="en-US" sz="1200" b="1" i="0" u="none" strike="noStrike">
                          <a:solidFill>
                            <a:srgbClr val="000000"/>
                          </a:solidFill>
                          <a:effectLst/>
                          <a:latin typeface="Aptos" panose="020B0004020202020204" pitchFamily="34" charset="0"/>
                        </a:rPr>
                        <a:t>Writing of chapters and figures</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2700" cap="flat" cmpd="sng" algn="ctr">
                      <a:solidFill>
                        <a:schemeClr val="tx1"/>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es-MX" sz="1100" b="1" i="0" u="none" strike="noStrike" dirty="0">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28911416"/>
                  </a:ext>
                </a:extLst>
              </a:tr>
              <a:tr h="361957">
                <a:tc>
                  <a:txBody>
                    <a:bodyPr/>
                    <a:lstStyle/>
                    <a:p>
                      <a:pPr algn="l" fontAlgn="ctr">
                        <a:buNone/>
                      </a:pPr>
                      <a:r>
                        <a:rPr lang="en-US" sz="1200" b="1" i="0" u="none" strike="noStrike">
                          <a:solidFill>
                            <a:srgbClr val="000000"/>
                          </a:solidFill>
                          <a:effectLst/>
                          <a:latin typeface="Aptos" panose="020B0004020202020204" pitchFamily="34" charset="0"/>
                        </a:rPr>
                        <a:t>Writing and revision of Chapter 1</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fontAlgn="ctr">
                        <a:buNone/>
                      </a:pPr>
                      <a:r>
                        <a:rPr lang="es-MX" sz="1100" b="1" i="0" u="none" strike="noStrike" dirty="0">
                          <a:solidFill>
                            <a:srgbClr val="000000"/>
                          </a:solidFill>
                          <a:effectLst/>
                          <a:latin typeface="Aptos" panose="020B0004020202020204" pitchFamily="34" charset="0"/>
                        </a:rPr>
                        <a:t> </a:t>
                      </a:r>
                    </a:p>
                  </a:txBody>
                  <a:tcPr marL="3153" marR="3153" marT="3153" marB="0" anchor="ctr">
                    <a:lnL w="12700" cap="flat" cmpd="sng" algn="ctr">
                      <a:solidFill>
                        <a:schemeClr val="tx1"/>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s-MX" sz="1100" b="1" i="0" u="none" strike="noStrike" dirty="0">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48412476"/>
                  </a:ext>
                </a:extLst>
              </a:tr>
              <a:tr h="361957">
                <a:tc>
                  <a:txBody>
                    <a:bodyPr/>
                    <a:lstStyle/>
                    <a:p>
                      <a:pPr algn="l" fontAlgn="ctr">
                        <a:buNone/>
                      </a:pPr>
                      <a:r>
                        <a:rPr lang="en-US" sz="1200" b="1" i="0" u="none" strike="noStrike">
                          <a:solidFill>
                            <a:srgbClr val="000000"/>
                          </a:solidFill>
                          <a:effectLst/>
                          <a:latin typeface="Aptos" panose="020B0004020202020204" pitchFamily="34" charset="0"/>
                        </a:rPr>
                        <a:t>Writing and revision of Chapter 2</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buNone/>
                      </a:pPr>
                      <a:r>
                        <a:rPr lang="es-MX" sz="1100" b="1" i="0" u="none" strike="noStrike" dirty="0">
                          <a:solidFill>
                            <a:srgbClr val="000000"/>
                          </a:solidFill>
                          <a:effectLst/>
                          <a:latin typeface="Aptos" panose="020B0004020202020204" pitchFamily="34" charset="0"/>
                        </a:rPr>
                        <a:t> </a:t>
                      </a:r>
                    </a:p>
                  </a:txBody>
                  <a:tcPr marL="3153" marR="3153" marT="3153" marB="0" anchor="ctr">
                    <a:lnL w="12700" cap="flat" cmpd="sng" algn="ctr">
                      <a:solidFill>
                        <a:schemeClr val="tx1"/>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s-MX" sz="1100" b="1" i="0" u="none" strike="noStrike" dirty="0">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32071549"/>
                  </a:ext>
                </a:extLst>
              </a:tr>
              <a:tr h="361957">
                <a:tc>
                  <a:txBody>
                    <a:bodyPr/>
                    <a:lstStyle/>
                    <a:p>
                      <a:pPr algn="l" fontAlgn="ctr">
                        <a:buNone/>
                      </a:pPr>
                      <a:r>
                        <a:rPr lang="en-US" sz="1200" b="1" i="0" u="none" strike="noStrike">
                          <a:solidFill>
                            <a:srgbClr val="000000"/>
                          </a:solidFill>
                          <a:effectLst/>
                          <a:latin typeface="Aptos" panose="020B0004020202020204" pitchFamily="34" charset="0"/>
                        </a:rPr>
                        <a:t>Writing and revision of Chapter 3</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fontAlgn="ctr">
                        <a:buNone/>
                      </a:pPr>
                      <a:r>
                        <a:rPr lang="es-MX" sz="1100" b="1" i="0" u="none" strike="noStrike" dirty="0">
                          <a:solidFill>
                            <a:srgbClr val="000000"/>
                          </a:solidFill>
                          <a:effectLst/>
                          <a:latin typeface="Aptos" panose="020B0004020202020204" pitchFamily="34" charset="0"/>
                        </a:rPr>
                        <a:t> </a:t>
                      </a:r>
                    </a:p>
                  </a:txBody>
                  <a:tcPr marL="3153" marR="3153" marT="3153" marB="0" anchor="ctr">
                    <a:lnL w="12700" cap="flat" cmpd="sng" algn="ctr">
                      <a:solidFill>
                        <a:schemeClr val="tx1"/>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s-MX" sz="1100" b="1" i="0" u="none" strike="noStrike" dirty="0">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56373814"/>
                  </a:ext>
                </a:extLst>
              </a:tr>
              <a:tr h="361957">
                <a:tc>
                  <a:txBody>
                    <a:bodyPr/>
                    <a:lstStyle/>
                    <a:p>
                      <a:pPr algn="l" fontAlgn="ctr">
                        <a:buNone/>
                      </a:pPr>
                      <a:r>
                        <a:rPr lang="en-US" sz="1200" b="1" i="0" u="none" strike="noStrike">
                          <a:solidFill>
                            <a:srgbClr val="000000"/>
                          </a:solidFill>
                          <a:effectLst/>
                          <a:latin typeface="Aptos" panose="020B0004020202020204" pitchFamily="34" charset="0"/>
                        </a:rPr>
                        <a:t>Review by the thesis committee</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s-MX" sz="1100" b="1" i="0" u="none" strike="noStrike" dirty="0">
                          <a:solidFill>
                            <a:srgbClr val="000000"/>
                          </a:solidFill>
                          <a:effectLst/>
                          <a:latin typeface="Aptos" panose="020B0004020202020204" pitchFamily="34" charset="0"/>
                        </a:rPr>
                        <a:t> </a:t>
                      </a:r>
                    </a:p>
                  </a:txBody>
                  <a:tcPr marL="3153" marR="3153" marT="3153" marB="0" anchor="ctr">
                    <a:lnL w="12700" cap="flat" cmpd="sng" algn="ctr">
                      <a:solidFill>
                        <a:schemeClr val="tx1"/>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B0F0"/>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B0F0"/>
                    </a:solidFill>
                  </a:tcPr>
                </a:tc>
                <a:tc>
                  <a:txBody>
                    <a:bodyPr/>
                    <a:lstStyle/>
                    <a:p>
                      <a:pPr algn="ctr" fontAlgn="ctr">
                        <a:buNone/>
                      </a:pPr>
                      <a:r>
                        <a:rPr lang="es-MX" sz="1100" b="1" i="0" u="none" strike="noStrike" dirty="0">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9341233"/>
                  </a:ext>
                </a:extLst>
              </a:tr>
              <a:tr h="538726">
                <a:tc>
                  <a:txBody>
                    <a:bodyPr/>
                    <a:lstStyle/>
                    <a:p>
                      <a:pPr algn="l" fontAlgn="ctr">
                        <a:buNone/>
                      </a:pPr>
                      <a:r>
                        <a:rPr lang="en-US" sz="1200" b="1" i="0" u="none" strike="noStrike">
                          <a:solidFill>
                            <a:srgbClr val="000000"/>
                          </a:solidFill>
                          <a:effectLst/>
                          <a:latin typeface="Aptos" panose="020B0004020202020204" pitchFamily="34" charset="0"/>
                        </a:rPr>
                        <a:t>Writing an article based on the findings of the thesis</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r>
                        <a:rPr lang="es-MX" sz="1100" b="1" i="0" u="none" strike="noStrike" dirty="0">
                          <a:solidFill>
                            <a:srgbClr val="000000"/>
                          </a:solidFill>
                          <a:effectLst/>
                          <a:latin typeface="Aptos" panose="020B0004020202020204" pitchFamily="34" charset="0"/>
                        </a:rPr>
                        <a:t> </a:t>
                      </a:r>
                    </a:p>
                  </a:txBody>
                  <a:tcPr marL="3153" marR="3153" marT="31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fontAlgn="ctr">
                        <a:buNone/>
                      </a:pPr>
                      <a:r>
                        <a:rPr lang="es-MX" sz="1100" b="1" i="0" u="none" strike="noStrike" dirty="0">
                          <a:solidFill>
                            <a:srgbClr val="000000"/>
                          </a:solidFill>
                          <a:effectLst/>
                          <a:latin typeface="Aptos" panose="020B0004020202020204" pitchFamily="34" charset="0"/>
                        </a:rPr>
                        <a:t> </a:t>
                      </a:r>
                    </a:p>
                  </a:txBody>
                  <a:tcPr marL="3153" marR="3153" marT="3153" marB="0" anchor="ctr">
                    <a:lnL w="12700" cap="flat" cmpd="sng" algn="ctr">
                      <a:solidFill>
                        <a:schemeClr val="tx1"/>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r>
                        <a:rPr lang="es-MX" sz="1100" b="1" i="0" u="none" strike="noStrike" dirty="0">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51912459"/>
                  </a:ext>
                </a:extLst>
              </a:tr>
              <a:tr h="185186">
                <a:tc>
                  <a:txBody>
                    <a:bodyPr/>
                    <a:lstStyle/>
                    <a:p>
                      <a:pPr algn="l" fontAlgn="ctr">
                        <a:buNone/>
                      </a:pPr>
                      <a:r>
                        <a:rPr lang="es-MX" sz="1200" b="1" i="0" u="none" strike="noStrike">
                          <a:solidFill>
                            <a:srgbClr val="000000"/>
                          </a:solidFill>
                          <a:effectLst/>
                          <a:latin typeface="Aptos" panose="020B0004020202020204" pitchFamily="34" charset="0"/>
                        </a:rPr>
                        <a:t>Thesis defense</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s-MX" sz="1100" b="1" i="0" u="none" strike="noStrike" dirty="0">
                          <a:solidFill>
                            <a:srgbClr val="000000"/>
                          </a:solidFill>
                          <a:effectLst/>
                          <a:latin typeface="Aptos" panose="020B0004020202020204" pitchFamily="34" charset="0"/>
                        </a:rPr>
                        <a:t> </a:t>
                      </a:r>
                    </a:p>
                  </a:txBody>
                  <a:tcPr marL="3153" marR="3153" marT="31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2700" cap="flat" cmpd="sng" algn="ctr">
                      <a:solidFill>
                        <a:schemeClr val="tx1"/>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s-MX" sz="1100" b="1" i="0" u="none" strike="noStrike" dirty="0">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es-MX" sz="1100" b="1" i="0" u="none" strike="noStrike" dirty="0">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4179409351"/>
                  </a:ext>
                </a:extLst>
              </a:tr>
              <a:tr h="185186">
                <a:tc>
                  <a:txBody>
                    <a:bodyPr/>
                    <a:lstStyle/>
                    <a:p>
                      <a:pPr algn="l" fontAlgn="ctr">
                        <a:buNone/>
                      </a:pPr>
                      <a:r>
                        <a:rPr lang="es-MX" sz="1200" b="1" i="0" u="none" strike="noStrike">
                          <a:solidFill>
                            <a:srgbClr val="000000"/>
                          </a:solidFill>
                          <a:effectLst/>
                          <a:latin typeface="Aptos" panose="020B0004020202020204" pitchFamily="34" charset="0"/>
                        </a:rPr>
                        <a:t>Research internship</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s-MX" sz="1100" b="1" i="0" u="none" strike="noStrike" dirty="0">
                          <a:solidFill>
                            <a:srgbClr val="000000"/>
                          </a:solidFill>
                          <a:effectLst/>
                          <a:latin typeface="Aptos" panose="020B0004020202020204" pitchFamily="34" charset="0"/>
                        </a:rPr>
                        <a:t> </a:t>
                      </a:r>
                    </a:p>
                  </a:txBody>
                  <a:tcPr marL="3153" marR="3153" marT="315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s-MX" sz="1100" b="1" i="0" u="none" strike="noStrike">
                          <a:solidFill>
                            <a:srgbClr val="000000"/>
                          </a:solidFill>
                          <a:effectLst/>
                          <a:latin typeface="Aptos" panose="020B0004020202020204" pitchFamily="34" charset="0"/>
                        </a:rPr>
                        <a:t> </a:t>
                      </a:r>
                    </a:p>
                  </a:txBody>
                  <a:tcPr marL="3153" marR="3153" marT="3153" marB="0" anchor="ctr">
                    <a:lnL w="12700" cap="flat" cmpd="sng" algn="ctr">
                      <a:solidFill>
                        <a:schemeClr val="tx1"/>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s-MX" sz="1100" b="1" i="0" u="none" strike="noStrike">
                          <a:solidFill>
                            <a:srgbClr val="FF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s-MX" sz="1100" b="1" i="0" u="none" strike="noStrike" dirty="0">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s-MX" sz="1100" b="1" i="0" u="none" strike="noStrike" dirty="0">
                          <a:solidFill>
                            <a:srgbClr val="000000"/>
                          </a:solidFill>
                          <a:effectLst/>
                          <a:latin typeface="Aptos" panose="020B0004020202020204" pitchFamily="34" charset="0"/>
                        </a:rPr>
                        <a:t> </a:t>
                      </a:r>
                    </a:p>
                  </a:txBody>
                  <a:tcPr marL="3153" marR="3153" marT="3153"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27349105"/>
                  </a:ext>
                </a:extLst>
              </a:tr>
            </a:tbl>
          </a:graphicData>
        </a:graphic>
      </p:graphicFrame>
    </p:spTree>
    <p:extLst>
      <p:ext uri="{BB962C8B-B14F-4D97-AF65-F5344CB8AC3E}">
        <p14:creationId xmlns:p14="http://schemas.microsoft.com/office/powerpoint/2010/main" val="12294001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1004A-D5BE-A055-7982-79B0B9BAB9A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997AFE6-93DD-54E9-5451-8E1C19A337AC}"/>
              </a:ext>
            </a:extLst>
          </p:cNvPr>
          <p:cNvSpPr>
            <a:spLocks noGrp="1"/>
          </p:cNvSpPr>
          <p:nvPr>
            <p:ph type="title"/>
          </p:nvPr>
        </p:nvSpPr>
        <p:spPr>
          <a:xfrm>
            <a:off x="457199" y="-258726"/>
            <a:ext cx="8229600" cy="1143000"/>
          </a:xfrm>
        </p:spPr>
        <p:txBody>
          <a:bodyPr>
            <a:normAutofit/>
          </a:bodyPr>
          <a:lstStyle/>
          <a:p>
            <a:r>
              <a:rPr lang="es-MX" sz="3600" dirty="0">
                <a:latin typeface="Times New Roman" panose="02020603050405020304" pitchFamily="18" charset="0"/>
                <a:cs typeface="Times New Roman" panose="02020603050405020304" pitchFamily="18" charset="0"/>
              </a:rPr>
              <a:t>Basic </a:t>
            </a:r>
            <a:r>
              <a:rPr lang="es-MX" sz="3600" dirty="0" err="1">
                <a:latin typeface="Times New Roman" panose="02020603050405020304" pitchFamily="18" charset="0"/>
                <a:cs typeface="Times New Roman" panose="02020603050405020304" pitchFamily="18" charset="0"/>
              </a:rPr>
              <a:t>information</a:t>
            </a:r>
            <a:endParaRPr lang="es-MX" sz="3600" dirty="0">
              <a:latin typeface="Times New Roman" panose="02020603050405020304" pitchFamily="18" charset="0"/>
              <a:cs typeface="Times New Roman" panose="02020603050405020304" pitchFamily="18" charset="0"/>
            </a:endParaRPr>
          </a:p>
        </p:txBody>
      </p:sp>
      <p:sp>
        <p:nvSpPr>
          <p:cNvPr id="4" name="Marcador de número de diapositiva 3">
            <a:extLst>
              <a:ext uri="{FF2B5EF4-FFF2-40B4-BE49-F238E27FC236}">
                <a16:creationId xmlns:a16="http://schemas.microsoft.com/office/drawing/2014/main" id="{1612D16B-2CF4-B6DB-4206-880C4CC72DF9}"/>
              </a:ext>
            </a:extLst>
          </p:cNvPr>
          <p:cNvSpPr>
            <a:spLocks noGrp="1"/>
          </p:cNvSpPr>
          <p:nvPr>
            <p:ph type="sldNum" sz="quarter" idx="8"/>
          </p:nvPr>
        </p:nvSpPr>
        <p:spPr/>
        <p:txBody>
          <a:bodyPr/>
          <a:lstStyle/>
          <a:p>
            <a:pPr lvl="0"/>
            <a:fld id="{A20C4BF6-2150-487F-8C1E-23E793CAFD15}" type="slidenum">
              <a:rPr lang="es-MX" smtClean="0"/>
              <a:t>4</a:t>
            </a:fld>
            <a:endParaRPr lang="es-MX"/>
          </a:p>
        </p:txBody>
      </p:sp>
      <p:sp>
        <p:nvSpPr>
          <p:cNvPr id="6" name="AutoShape 4" descr="What-is-Dimensionality-Reduction-.webp">
            <a:extLst>
              <a:ext uri="{FF2B5EF4-FFF2-40B4-BE49-F238E27FC236}">
                <a16:creationId xmlns:a16="http://schemas.microsoft.com/office/drawing/2014/main" id="{24F98E4C-6993-91EF-466F-5CF9DB627D0F}"/>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MX"/>
          </a:p>
        </p:txBody>
      </p:sp>
      <p:sp>
        <p:nvSpPr>
          <p:cNvPr id="9" name="PlaceHolder 2">
            <a:extLst>
              <a:ext uri="{FF2B5EF4-FFF2-40B4-BE49-F238E27FC236}">
                <a16:creationId xmlns:a16="http://schemas.microsoft.com/office/drawing/2014/main" id="{EA2B4D73-1D4D-0C13-9094-CDDD153EB506}"/>
              </a:ext>
            </a:extLst>
          </p:cNvPr>
          <p:cNvSpPr txBox="1">
            <a:spLocks/>
          </p:cNvSpPr>
          <p:nvPr/>
        </p:nvSpPr>
        <p:spPr>
          <a:xfrm>
            <a:off x="299323" y="843691"/>
            <a:ext cx="8229240" cy="5261080"/>
          </a:xfrm>
          <a:prstGeom prst="rect">
            <a:avLst/>
          </a:prstGeom>
          <a:noFill/>
          <a:ln w="0">
            <a:noFill/>
          </a:ln>
        </p:spPr>
        <p:txBody>
          <a:bodyPr vert="horz" wrap="square" lIns="91440" tIns="45720" rIns="91440" bIns="45720" anchor="t" anchorCtr="1" compatLnSpc="1">
            <a:normAutofit fontScale="87491" lnSpcReduction="10000"/>
          </a:bodyPr>
          <a:lstStyle>
            <a:lvl1pPr marL="0" marR="0" lvl="0" indent="0" algn="ctr" defTabSz="457200" rtl="0" fontAlgn="auto" hangingPunct="1">
              <a:lnSpc>
                <a:spcPct val="100000"/>
              </a:lnSpc>
              <a:spcBef>
                <a:spcPts val="0"/>
              </a:spcBef>
              <a:spcAft>
                <a:spcPts val="0"/>
              </a:spcAft>
              <a:buNone/>
              <a:tabLst/>
              <a:defRPr lang="es-ES" sz="4400" b="0" i="0" u="none" strike="noStrike" kern="1200" cap="none" spc="0" baseline="0">
                <a:solidFill>
                  <a:srgbClr val="000000"/>
                </a:solidFill>
                <a:uFillTx/>
                <a:latin typeface="Calibri"/>
              </a:defRPr>
            </a:lvl1pPr>
          </a:lstStyle>
          <a:p>
            <a:pPr marL="343080" indent="-343080">
              <a:spcBef>
                <a:spcPts val="641"/>
              </a:spcBef>
              <a:buClr>
                <a:srgbClr val="000000"/>
              </a:buClr>
              <a:buFont typeface="Arial"/>
              <a:buChar char="•"/>
            </a:pPr>
            <a:r>
              <a:rPr lang="en-US" sz="3200" spc="-1" dirty="0">
                <a:solidFill>
                  <a:schemeClr val="dk1"/>
                </a:solidFill>
              </a:rPr>
              <a:t>Thesis main goal</a:t>
            </a:r>
          </a:p>
          <a:p>
            <a:pPr marL="743040" lvl="1" indent="-285840" defTabSz="457200">
              <a:spcBef>
                <a:spcPts val="1134"/>
              </a:spcBef>
              <a:buClr>
                <a:srgbClr val="000000"/>
              </a:buClr>
              <a:buFont typeface="Arial"/>
              <a:buChar char="–"/>
            </a:pPr>
            <a:r>
              <a:rPr lang="en-US" sz="2600" kern="0" spc="-1" dirty="0">
                <a:solidFill>
                  <a:schemeClr val="dk1"/>
                </a:solidFill>
                <a:latin typeface="Calibri"/>
              </a:rPr>
              <a:t>Develop and implement a feature extraction framework that combines polynomial expansion with classical dimensionality reduction LDA, using an intelligent selection mechanism, to improve the separability and visualization of nonlinear data.</a:t>
            </a:r>
          </a:p>
          <a:p>
            <a:pPr>
              <a:spcBef>
                <a:spcPts val="641"/>
              </a:spcBef>
            </a:pPr>
            <a:endParaRPr lang="en-US" sz="3200" spc="-1" dirty="0">
              <a:solidFill>
                <a:schemeClr val="dk1"/>
              </a:solidFill>
            </a:endParaRPr>
          </a:p>
          <a:p>
            <a:pPr marL="343080" indent="-343080">
              <a:spcBef>
                <a:spcPts val="641"/>
              </a:spcBef>
              <a:buClr>
                <a:srgbClr val="000000"/>
              </a:buClr>
              <a:buFont typeface="Arial"/>
              <a:buChar char="•"/>
            </a:pPr>
            <a:r>
              <a:rPr lang="en-US" sz="3200" spc="-1" dirty="0">
                <a:solidFill>
                  <a:schemeClr val="dk1"/>
                </a:solidFill>
              </a:rPr>
              <a:t>Thesis hypothesis</a:t>
            </a:r>
          </a:p>
          <a:p>
            <a:pPr marL="743040" lvl="1" indent="-285840" defTabSz="457200">
              <a:spcBef>
                <a:spcPts val="561"/>
              </a:spcBef>
              <a:buClr>
                <a:srgbClr val="000000"/>
              </a:buClr>
              <a:buFont typeface="Arial"/>
              <a:buChar char="–"/>
            </a:pPr>
            <a:r>
              <a:rPr lang="en-US" sz="2800" kern="0" spc="-1" dirty="0">
                <a:solidFill>
                  <a:schemeClr val="dk1"/>
                </a:solidFill>
                <a:latin typeface="Calibri"/>
              </a:rPr>
              <a:t>A polynomial expansion will allow us to achieve levels of accuracy statistically equivalent to those of the most advanced nonlinear models, with the added advantage of filtering out dimensional redundancy to generate visualizable 1D, 2D, and at most 3D projections that reveal the dispersion structure of the classes.</a:t>
            </a:r>
          </a:p>
        </p:txBody>
      </p:sp>
    </p:spTree>
    <p:extLst>
      <p:ext uri="{BB962C8B-B14F-4D97-AF65-F5344CB8AC3E}">
        <p14:creationId xmlns:p14="http://schemas.microsoft.com/office/powerpoint/2010/main" val="33506975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1EDFB-87D4-805C-271F-5CA6DCBF3A1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5CF92C2-E857-1839-7E45-6A39C6EC70AE}"/>
              </a:ext>
            </a:extLst>
          </p:cNvPr>
          <p:cNvSpPr>
            <a:spLocks noGrp="1"/>
          </p:cNvSpPr>
          <p:nvPr>
            <p:ph type="title"/>
          </p:nvPr>
        </p:nvSpPr>
        <p:spPr>
          <a:xfrm>
            <a:off x="457199" y="-258726"/>
            <a:ext cx="8229600" cy="1143000"/>
          </a:xfrm>
        </p:spPr>
        <p:txBody>
          <a:bodyPr>
            <a:normAutofit/>
          </a:bodyPr>
          <a:lstStyle/>
          <a:p>
            <a:r>
              <a:rPr lang="es-MX" sz="3600" b="1" dirty="0" err="1">
                <a:latin typeface="Times New Roman" panose="02020603050405020304" pitchFamily="18" charset="0"/>
                <a:cs typeface="Times New Roman" panose="02020603050405020304" pitchFamily="18" charset="0"/>
              </a:rPr>
              <a:t>Expectations</a:t>
            </a:r>
            <a:endParaRPr lang="es-MX" sz="3600" b="1" dirty="0">
              <a:latin typeface="Times New Roman" panose="02020603050405020304" pitchFamily="18" charset="0"/>
              <a:cs typeface="Times New Roman" panose="02020603050405020304" pitchFamily="18" charset="0"/>
            </a:endParaRPr>
          </a:p>
        </p:txBody>
      </p:sp>
      <p:sp>
        <p:nvSpPr>
          <p:cNvPr id="4" name="Marcador de número de diapositiva 3">
            <a:extLst>
              <a:ext uri="{FF2B5EF4-FFF2-40B4-BE49-F238E27FC236}">
                <a16:creationId xmlns:a16="http://schemas.microsoft.com/office/drawing/2014/main" id="{DDEEAB28-9E58-3E77-374F-5EC333A4A90C}"/>
              </a:ext>
            </a:extLst>
          </p:cNvPr>
          <p:cNvSpPr>
            <a:spLocks noGrp="1"/>
          </p:cNvSpPr>
          <p:nvPr>
            <p:ph type="sldNum" sz="quarter" idx="8"/>
          </p:nvPr>
        </p:nvSpPr>
        <p:spPr/>
        <p:txBody>
          <a:bodyPr/>
          <a:lstStyle/>
          <a:p>
            <a:pPr lvl="0"/>
            <a:fld id="{A20C4BF6-2150-487F-8C1E-23E793CAFD15}" type="slidenum">
              <a:rPr lang="es-MX" smtClean="0"/>
              <a:t>5</a:t>
            </a:fld>
            <a:endParaRPr lang="es-MX"/>
          </a:p>
        </p:txBody>
      </p:sp>
      <p:pic>
        <p:nvPicPr>
          <p:cNvPr id="7" name="Picture 2" descr="Kernel PCA — Machine Learning for Scientists">
            <a:extLst>
              <a:ext uri="{FF2B5EF4-FFF2-40B4-BE49-F238E27FC236}">
                <a16:creationId xmlns:a16="http://schemas.microsoft.com/office/drawing/2014/main" id="{3418C126-F501-F512-0FEE-C4750408288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4142" r="51971" b="27249"/>
          <a:stretch>
            <a:fillRect/>
          </a:stretch>
        </p:blipFill>
        <p:spPr bwMode="auto">
          <a:xfrm>
            <a:off x="366981" y="1513702"/>
            <a:ext cx="2627940" cy="1915298"/>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upo 10">
            <a:extLst>
              <a:ext uri="{FF2B5EF4-FFF2-40B4-BE49-F238E27FC236}">
                <a16:creationId xmlns:a16="http://schemas.microsoft.com/office/drawing/2014/main" id="{BC487FE3-44FE-9E9C-2F7B-471AF743F913}"/>
              </a:ext>
            </a:extLst>
          </p:cNvPr>
          <p:cNvGrpSpPr/>
          <p:nvPr/>
        </p:nvGrpSpPr>
        <p:grpSpPr>
          <a:xfrm>
            <a:off x="5029457" y="978713"/>
            <a:ext cx="4050959" cy="3402012"/>
            <a:chOff x="4764221" y="2051288"/>
            <a:chExt cx="4050959" cy="3402012"/>
          </a:xfrm>
        </p:grpSpPr>
        <p:grpSp>
          <p:nvGrpSpPr>
            <p:cNvPr id="3" name="Grupo 1">
              <a:extLst>
                <a:ext uri="{FF2B5EF4-FFF2-40B4-BE49-F238E27FC236}">
                  <a16:creationId xmlns:a16="http://schemas.microsoft.com/office/drawing/2014/main" id="{8B9A87A6-385F-A2DF-6A11-8B849E7E79AE}"/>
                </a:ext>
              </a:extLst>
            </p:cNvPr>
            <p:cNvGrpSpPr>
              <a:grpSpLocks/>
            </p:cNvGrpSpPr>
            <p:nvPr/>
          </p:nvGrpSpPr>
          <p:grpSpPr bwMode="auto">
            <a:xfrm>
              <a:off x="4764221" y="2051288"/>
              <a:ext cx="4038600" cy="3402012"/>
              <a:chOff x="1600200" y="865188"/>
              <a:chExt cx="6248400" cy="5432425"/>
            </a:xfrm>
          </p:grpSpPr>
          <p:pic>
            <p:nvPicPr>
              <p:cNvPr id="5" name="Imagen 2" descr="Diagrama&#10;&#10;El contenido generado por IA puede ser incorrecto.">
                <a:extLst>
                  <a:ext uri="{FF2B5EF4-FFF2-40B4-BE49-F238E27FC236}">
                    <a16:creationId xmlns:a16="http://schemas.microsoft.com/office/drawing/2014/main" id="{69880EA3-1EAB-52DF-AD3D-BB134ACBE4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503" t="3812" r="3036" b="3665"/>
              <a:stretch>
                <a:fillRect/>
              </a:stretch>
            </p:blipFill>
            <p:spPr bwMode="auto">
              <a:xfrm>
                <a:off x="1600200" y="865188"/>
                <a:ext cx="6248400" cy="5154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Elipse 5">
                <a:extLst>
                  <a:ext uri="{FF2B5EF4-FFF2-40B4-BE49-F238E27FC236}">
                    <a16:creationId xmlns:a16="http://schemas.microsoft.com/office/drawing/2014/main" id="{236E1173-4230-4F60-0416-0B2FBFDF0EB0}"/>
                  </a:ext>
                </a:extLst>
              </p:cNvPr>
              <p:cNvSpPr/>
              <p:nvPr/>
            </p:nvSpPr>
            <p:spPr>
              <a:xfrm>
                <a:off x="3962999" y="4647353"/>
                <a:ext cx="1522802" cy="165026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s-MX"/>
              </a:p>
            </p:txBody>
          </p:sp>
        </p:grpSp>
        <p:sp>
          <p:nvSpPr>
            <p:cNvPr id="8" name="Rectángulo: esquinas redondeadas 7">
              <a:extLst>
                <a:ext uri="{FF2B5EF4-FFF2-40B4-BE49-F238E27FC236}">
                  <a16:creationId xmlns:a16="http://schemas.microsoft.com/office/drawing/2014/main" id="{BE962D02-3C75-B5FF-2070-77DCFF1FAD7B}"/>
                </a:ext>
              </a:extLst>
            </p:cNvPr>
            <p:cNvSpPr/>
            <p:nvPr/>
          </p:nvSpPr>
          <p:spPr>
            <a:xfrm>
              <a:off x="6369910" y="3330146"/>
              <a:ext cx="827903" cy="654908"/>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 name="Rectángulo: esquinas redondeadas 9">
              <a:extLst>
                <a:ext uri="{FF2B5EF4-FFF2-40B4-BE49-F238E27FC236}">
                  <a16:creationId xmlns:a16="http://schemas.microsoft.com/office/drawing/2014/main" id="{462D1613-0C53-BCCF-5D25-DF229B915AF3}"/>
                </a:ext>
              </a:extLst>
            </p:cNvPr>
            <p:cNvSpPr/>
            <p:nvPr/>
          </p:nvSpPr>
          <p:spPr>
            <a:xfrm>
              <a:off x="7987277" y="4624414"/>
              <a:ext cx="827903" cy="654908"/>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graphicFrame>
        <p:nvGraphicFramePr>
          <p:cNvPr id="12" name="Tabla 11">
            <a:extLst>
              <a:ext uri="{FF2B5EF4-FFF2-40B4-BE49-F238E27FC236}">
                <a16:creationId xmlns:a16="http://schemas.microsoft.com/office/drawing/2014/main" id="{DF3775D8-E69F-9451-10BB-C1EC6D6E507D}"/>
              </a:ext>
            </a:extLst>
          </p:cNvPr>
          <p:cNvGraphicFramePr>
            <a:graphicFrameLocks noGrp="1"/>
          </p:cNvGraphicFramePr>
          <p:nvPr>
            <p:extLst>
              <p:ext uri="{D42A27DB-BD31-4B8C-83A1-F6EECF244321}">
                <p14:modId xmlns:p14="http://schemas.microsoft.com/office/powerpoint/2010/main" val="881812339"/>
              </p:ext>
            </p:extLst>
          </p:nvPr>
        </p:nvGraphicFramePr>
        <p:xfrm>
          <a:off x="290383" y="4530770"/>
          <a:ext cx="3810000" cy="2063750"/>
        </p:xfrm>
        <a:graphic>
          <a:graphicData uri="http://schemas.openxmlformats.org/drawingml/2006/table">
            <a:tbl>
              <a:tblPr/>
              <a:tblGrid>
                <a:gridCol w="762000">
                  <a:extLst>
                    <a:ext uri="{9D8B030D-6E8A-4147-A177-3AD203B41FA5}">
                      <a16:colId xmlns:a16="http://schemas.microsoft.com/office/drawing/2014/main" val="762812973"/>
                    </a:ext>
                  </a:extLst>
                </a:gridCol>
                <a:gridCol w="762000">
                  <a:extLst>
                    <a:ext uri="{9D8B030D-6E8A-4147-A177-3AD203B41FA5}">
                      <a16:colId xmlns:a16="http://schemas.microsoft.com/office/drawing/2014/main" val="2398634434"/>
                    </a:ext>
                  </a:extLst>
                </a:gridCol>
                <a:gridCol w="762000">
                  <a:extLst>
                    <a:ext uri="{9D8B030D-6E8A-4147-A177-3AD203B41FA5}">
                      <a16:colId xmlns:a16="http://schemas.microsoft.com/office/drawing/2014/main" val="2317827413"/>
                    </a:ext>
                  </a:extLst>
                </a:gridCol>
                <a:gridCol w="762000">
                  <a:extLst>
                    <a:ext uri="{9D8B030D-6E8A-4147-A177-3AD203B41FA5}">
                      <a16:colId xmlns:a16="http://schemas.microsoft.com/office/drawing/2014/main" val="1495067172"/>
                    </a:ext>
                  </a:extLst>
                </a:gridCol>
                <a:gridCol w="762000">
                  <a:extLst>
                    <a:ext uri="{9D8B030D-6E8A-4147-A177-3AD203B41FA5}">
                      <a16:colId xmlns:a16="http://schemas.microsoft.com/office/drawing/2014/main" val="1670330130"/>
                    </a:ext>
                  </a:extLst>
                </a:gridCol>
              </a:tblGrid>
              <a:tr h="304800">
                <a:tc>
                  <a:txBody>
                    <a:bodyPr/>
                    <a:lstStyle/>
                    <a:p>
                      <a:pPr algn="ctr" rtl="0" fontAlgn="ctr">
                        <a:buNone/>
                      </a:pPr>
                      <a:r>
                        <a:rPr lang="es-MX" sz="1800" b="1" i="0" u="none" strike="noStrike">
                          <a:solidFill>
                            <a:srgbClr val="FFFFFF"/>
                          </a:solidFill>
                          <a:effectLst/>
                          <a:latin typeface="Calibri" panose="020F0502020204030204" pitchFamily="34" charset="0"/>
                        </a:rPr>
                        <a:t>A</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C"/>
                    </a:solidFill>
                  </a:tcPr>
                </a:tc>
                <a:tc>
                  <a:txBody>
                    <a:bodyPr/>
                    <a:lstStyle/>
                    <a:p>
                      <a:pPr algn="ctr" rtl="0" fontAlgn="ctr">
                        <a:buNone/>
                      </a:pPr>
                      <a:r>
                        <a:rPr lang="es-MX" sz="1800" b="1" i="0" u="none" strike="noStrike">
                          <a:solidFill>
                            <a:srgbClr val="FFFFFF"/>
                          </a:solidFill>
                          <a:effectLst/>
                          <a:latin typeface="Calibri" panose="020F0502020204030204" pitchFamily="34" charset="0"/>
                        </a:rPr>
                        <a:t>B</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C"/>
                    </a:solidFill>
                  </a:tcPr>
                </a:tc>
                <a:tc>
                  <a:txBody>
                    <a:bodyPr/>
                    <a:lstStyle/>
                    <a:p>
                      <a:pPr algn="ctr" rtl="0" fontAlgn="ctr">
                        <a:buNone/>
                      </a:pPr>
                      <a:r>
                        <a:rPr lang="es-MX" sz="1800" b="1" i="0" u="none" strike="noStrike">
                          <a:solidFill>
                            <a:srgbClr val="FFFFFF"/>
                          </a:solidFill>
                          <a:effectLst/>
                          <a:latin typeface="Calibri" panose="020F0502020204030204" pitchFamily="34" charset="0"/>
                        </a:rPr>
                        <a:t>A^2</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C"/>
                    </a:solidFill>
                  </a:tcPr>
                </a:tc>
                <a:tc>
                  <a:txBody>
                    <a:bodyPr/>
                    <a:lstStyle/>
                    <a:p>
                      <a:pPr algn="ctr" rtl="0" fontAlgn="ctr">
                        <a:buNone/>
                      </a:pPr>
                      <a:r>
                        <a:rPr lang="es-MX" sz="1800" b="1" i="0" u="none" strike="noStrike">
                          <a:solidFill>
                            <a:srgbClr val="FFFFFF"/>
                          </a:solidFill>
                          <a:effectLst/>
                          <a:latin typeface="Calibri" panose="020F0502020204030204" pitchFamily="34" charset="0"/>
                        </a:rPr>
                        <a:t>B^2</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C"/>
                    </a:solidFill>
                  </a:tcPr>
                </a:tc>
                <a:tc>
                  <a:txBody>
                    <a:bodyPr/>
                    <a:lstStyle/>
                    <a:p>
                      <a:pPr algn="ctr" rtl="0" fontAlgn="ctr">
                        <a:buNone/>
                      </a:pPr>
                      <a:r>
                        <a:rPr lang="es-MX" sz="1800" b="1" i="0" u="none" strike="noStrike">
                          <a:solidFill>
                            <a:srgbClr val="FFFFFF"/>
                          </a:solidFill>
                          <a:effectLst/>
                          <a:latin typeface="Calibri" panose="020F0502020204030204" pitchFamily="34" charset="0"/>
                        </a:rPr>
                        <a:t>AB</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C"/>
                    </a:solidFill>
                  </a:tcPr>
                </a:tc>
                <a:extLst>
                  <a:ext uri="{0D108BD9-81ED-4DB2-BD59-A6C34878D82A}">
                    <a16:rowId xmlns:a16="http://schemas.microsoft.com/office/drawing/2014/main" val="1559603660"/>
                  </a:ext>
                </a:extLst>
              </a:tr>
              <a:tr h="298450">
                <a:tc>
                  <a:txBody>
                    <a:bodyPr/>
                    <a:lstStyle/>
                    <a:p>
                      <a:pPr algn="ctr" fontAlgn="t">
                        <a:buNone/>
                      </a:pPr>
                      <a:r>
                        <a:rPr lang="es-MX" sz="1800" b="0" i="0" u="none" strike="noStrike">
                          <a:solidFill>
                            <a:srgbClr val="000000"/>
                          </a:solidFill>
                          <a:effectLst/>
                          <a:latin typeface="Arial" panose="020B0604020202020204" pitchFamily="34" charset="0"/>
                        </a:rPr>
                        <a:t> </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fontAlgn="t">
                        <a:buNone/>
                      </a:pPr>
                      <a:r>
                        <a:rPr lang="es-MX" sz="1800" b="0" i="0" u="none" strike="noStrike">
                          <a:solidFill>
                            <a:srgbClr val="000000"/>
                          </a:solidFill>
                          <a:effectLst/>
                          <a:latin typeface="Arial" panose="020B0604020202020204" pitchFamily="34" charset="0"/>
                        </a:rPr>
                        <a:t> </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fontAlgn="t">
                        <a:buNone/>
                      </a:pPr>
                      <a:r>
                        <a:rPr lang="es-MX" sz="1800" b="0" i="0" u="none" strike="noStrike">
                          <a:solidFill>
                            <a:srgbClr val="000000"/>
                          </a:solidFill>
                          <a:effectLst/>
                          <a:latin typeface="Arial" panose="020B0604020202020204" pitchFamily="34" charset="0"/>
                        </a:rPr>
                        <a:t> </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fontAlgn="t">
                        <a:buNone/>
                      </a:pPr>
                      <a:r>
                        <a:rPr lang="es-MX" sz="1800" b="0" i="0" u="none" strike="noStrike" dirty="0">
                          <a:solidFill>
                            <a:srgbClr val="000000"/>
                          </a:solidFill>
                          <a:effectLst/>
                          <a:latin typeface="Arial" panose="020B0604020202020204" pitchFamily="34" charset="0"/>
                        </a:rPr>
                        <a:t> </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fontAlgn="t">
                        <a:buNone/>
                      </a:pPr>
                      <a:r>
                        <a:rPr lang="es-MX" sz="1800" b="0" i="0" u="none" strike="noStrike">
                          <a:solidFill>
                            <a:srgbClr val="000000"/>
                          </a:solidFill>
                          <a:effectLst/>
                          <a:latin typeface="Arial" panose="020B0604020202020204" pitchFamily="34" charset="0"/>
                        </a:rPr>
                        <a:t> </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extLst>
                  <a:ext uri="{0D108BD9-81ED-4DB2-BD59-A6C34878D82A}">
                    <a16:rowId xmlns:a16="http://schemas.microsoft.com/office/drawing/2014/main" val="49377544"/>
                  </a:ext>
                </a:extLst>
              </a:tr>
              <a:tr h="292100">
                <a:tc>
                  <a:txBody>
                    <a:bodyPr/>
                    <a:lstStyle/>
                    <a:p>
                      <a:pPr algn="ctr" fontAlgn="t">
                        <a:buNone/>
                      </a:pPr>
                      <a:r>
                        <a:rPr lang="es-MX" sz="1800" b="0" i="0" u="none" strike="noStrike">
                          <a:solidFill>
                            <a:srgbClr val="000000"/>
                          </a:solidFill>
                          <a:effectLst/>
                          <a:latin typeface="Arial" panose="020B0604020202020204" pitchFamily="34" charset="0"/>
                        </a:rPr>
                        <a:t> </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4"/>
                    </a:solidFill>
                  </a:tcPr>
                </a:tc>
                <a:tc>
                  <a:txBody>
                    <a:bodyPr/>
                    <a:lstStyle/>
                    <a:p>
                      <a:pPr algn="ctr" fontAlgn="t">
                        <a:buNone/>
                      </a:pPr>
                      <a:r>
                        <a:rPr lang="es-MX" sz="1800" b="0" i="0" u="none" strike="noStrike">
                          <a:solidFill>
                            <a:srgbClr val="000000"/>
                          </a:solidFill>
                          <a:effectLst/>
                          <a:latin typeface="Arial" panose="020B0604020202020204" pitchFamily="34" charset="0"/>
                        </a:rPr>
                        <a:t> </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4"/>
                    </a:solidFill>
                  </a:tcPr>
                </a:tc>
                <a:tc>
                  <a:txBody>
                    <a:bodyPr/>
                    <a:lstStyle/>
                    <a:p>
                      <a:pPr algn="ctr" fontAlgn="t">
                        <a:buNone/>
                      </a:pPr>
                      <a:r>
                        <a:rPr lang="es-MX" sz="1800" b="0" i="0" u="none" strike="noStrike">
                          <a:solidFill>
                            <a:srgbClr val="000000"/>
                          </a:solidFill>
                          <a:effectLst/>
                          <a:latin typeface="Arial" panose="020B0604020202020204" pitchFamily="34" charset="0"/>
                        </a:rPr>
                        <a:t> </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4"/>
                    </a:solidFill>
                  </a:tcPr>
                </a:tc>
                <a:tc>
                  <a:txBody>
                    <a:bodyPr/>
                    <a:lstStyle/>
                    <a:p>
                      <a:pPr algn="ctr" fontAlgn="t">
                        <a:buNone/>
                      </a:pPr>
                      <a:r>
                        <a:rPr lang="es-MX" sz="1800" b="0" i="0" u="none" strike="noStrike">
                          <a:solidFill>
                            <a:srgbClr val="000000"/>
                          </a:solidFill>
                          <a:effectLst/>
                          <a:latin typeface="Arial" panose="020B0604020202020204" pitchFamily="34" charset="0"/>
                        </a:rPr>
                        <a:t> </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4"/>
                    </a:solidFill>
                  </a:tcPr>
                </a:tc>
                <a:tc>
                  <a:txBody>
                    <a:bodyPr/>
                    <a:lstStyle/>
                    <a:p>
                      <a:pPr algn="ctr" fontAlgn="t">
                        <a:buNone/>
                      </a:pPr>
                      <a:r>
                        <a:rPr lang="es-MX" sz="1800" b="0" i="0" u="none" strike="noStrike">
                          <a:solidFill>
                            <a:srgbClr val="000000"/>
                          </a:solidFill>
                          <a:effectLst/>
                          <a:latin typeface="Arial" panose="020B0604020202020204" pitchFamily="34" charset="0"/>
                        </a:rPr>
                        <a:t> </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4"/>
                    </a:solidFill>
                  </a:tcPr>
                </a:tc>
                <a:extLst>
                  <a:ext uri="{0D108BD9-81ED-4DB2-BD59-A6C34878D82A}">
                    <a16:rowId xmlns:a16="http://schemas.microsoft.com/office/drawing/2014/main" val="691101811"/>
                  </a:ext>
                </a:extLst>
              </a:tr>
              <a:tr h="292100">
                <a:tc>
                  <a:txBody>
                    <a:bodyPr/>
                    <a:lstStyle/>
                    <a:p>
                      <a:pPr algn="ctr" fontAlgn="t">
                        <a:buNone/>
                      </a:pPr>
                      <a:r>
                        <a:rPr lang="es-MX" sz="1800" b="0" i="0" u="none" strike="noStrike">
                          <a:solidFill>
                            <a:srgbClr val="000000"/>
                          </a:solidFill>
                          <a:effectLst/>
                          <a:latin typeface="Arial" panose="020B0604020202020204" pitchFamily="34" charset="0"/>
                        </a:rPr>
                        <a:t> </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fontAlgn="t">
                        <a:buNone/>
                      </a:pPr>
                      <a:r>
                        <a:rPr lang="es-MX" sz="1800" b="0" i="0" u="none" strike="noStrike">
                          <a:solidFill>
                            <a:srgbClr val="000000"/>
                          </a:solidFill>
                          <a:effectLst/>
                          <a:latin typeface="Arial" panose="020B0604020202020204" pitchFamily="34" charset="0"/>
                        </a:rPr>
                        <a:t> </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fontAlgn="t">
                        <a:buNone/>
                      </a:pPr>
                      <a:r>
                        <a:rPr lang="es-MX" sz="1800" b="0" i="0" u="none" strike="noStrike">
                          <a:solidFill>
                            <a:srgbClr val="000000"/>
                          </a:solidFill>
                          <a:effectLst/>
                          <a:latin typeface="Arial" panose="020B0604020202020204" pitchFamily="34" charset="0"/>
                        </a:rPr>
                        <a:t> </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fontAlgn="t">
                        <a:buNone/>
                      </a:pPr>
                      <a:r>
                        <a:rPr lang="es-MX" sz="1800" b="0" i="0" u="none" strike="noStrike">
                          <a:solidFill>
                            <a:srgbClr val="000000"/>
                          </a:solidFill>
                          <a:effectLst/>
                          <a:latin typeface="Arial" panose="020B0604020202020204" pitchFamily="34" charset="0"/>
                        </a:rPr>
                        <a:t> </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fontAlgn="t">
                        <a:buNone/>
                      </a:pPr>
                      <a:r>
                        <a:rPr lang="es-MX" sz="1800" b="0" i="0" u="none" strike="noStrike">
                          <a:solidFill>
                            <a:srgbClr val="000000"/>
                          </a:solidFill>
                          <a:effectLst/>
                          <a:latin typeface="Arial" panose="020B0604020202020204" pitchFamily="34" charset="0"/>
                        </a:rPr>
                        <a:t> </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extLst>
                  <a:ext uri="{0D108BD9-81ED-4DB2-BD59-A6C34878D82A}">
                    <a16:rowId xmlns:a16="http://schemas.microsoft.com/office/drawing/2014/main" val="1638696518"/>
                  </a:ext>
                </a:extLst>
              </a:tr>
              <a:tr h="292100">
                <a:tc>
                  <a:txBody>
                    <a:bodyPr/>
                    <a:lstStyle/>
                    <a:p>
                      <a:pPr algn="ctr" fontAlgn="t">
                        <a:buNone/>
                      </a:pPr>
                      <a:r>
                        <a:rPr lang="es-MX" sz="1800" b="0" i="0" u="none" strike="noStrike">
                          <a:solidFill>
                            <a:srgbClr val="000000"/>
                          </a:solidFill>
                          <a:effectLst/>
                          <a:latin typeface="Arial" panose="020B0604020202020204" pitchFamily="34" charset="0"/>
                        </a:rPr>
                        <a:t> </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4"/>
                    </a:solidFill>
                  </a:tcPr>
                </a:tc>
                <a:tc>
                  <a:txBody>
                    <a:bodyPr/>
                    <a:lstStyle/>
                    <a:p>
                      <a:pPr algn="ctr" fontAlgn="t">
                        <a:buNone/>
                      </a:pPr>
                      <a:r>
                        <a:rPr lang="es-MX" sz="1800" b="0" i="0" u="none" strike="noStrike">
                          <a:solidFill>
                            <a:srgbClr val="000000"/>
                          </a:solidFill>
                          <a:effectLst/>
                          <a:latin typeface="Arial" panose="020B0604020202020204" pitchFamily="34" charset="0"/>
                        </a:rPr>
                        <a:t> </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4"/>
                    </a:solidFill>
                  </a:tcPr>
                </a:tc>
                <a:tc>
                  <a:txBody>
                    <a:bodyPr/>
                    <a:lstStyle/>
                    <a:p>
                      <a:pPr algn="ctr" fontAlgn="t">
                        <a:buNone/>
                      </a:pPr>
                      <a:r>
                        <a:rPr lang="es-MX" sz="1800" b="0" i="0" u="none" strike="noStrike">
                          <a:solidFill>
                            <a:srgbClr val="000000"/>
                          </a:solidFill>
                          <a:effectLst/>
                          <a:latin typeface="Arial" panose="020B0604020202020204" pitchFamily="34" charset="0"/>
                        </a:rPr>
                        <a:t> </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4"/>
                    </a:solidFill>
                  </a:tcPr>
                </a:tc>
                <a:tc>
                  <a:txBody>
                    <a:bodyPr/>
                    <a:lstStyle/>
                    <a:p>
                      <a:pPr algn="ctr" fontAlgn="t">
                        <a:buNone/>
                      </a:pPr>
                      <a:r>
                        <a:rPr lang="es-MX" sz="1800" b="0" i="0" u="none" strike="noStrike">
                          <a:solidFill>
                            <a:srgbClr val="000000"/>
                          </a:solidFill>
                          <a:effectLst/>
                          <a:latin typeface="Arial" panose="020B0604020202020204" pitchFamily="34" charset="0"/>
                        </a:rPr>
                        <a:t> </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4"/>
                    </a:solidFill>
                  </a:tcPr>
                </a:tc>
                <a:tc>
                  <a:txBody>
                    <a:bodyPr/>
                    <a:lstStyle/>
                    <a:p>
                      <a:pPr algn="ctr" fontAlgn="t">
                        <a:buNone/>
                      </a:pPr>
                      <a:r>
                        <a:rPr lang="es-MX" sz="1800" b="0" i="0" u="none" strike="noStrike">
                          <a:solidFill>
                            <a:srgbClr val="000000"/>
                          </a:solidFill>
                          <a:effectLst/>
                          <a:latin typeface="Arial" panose="020B0604020202020204" pitchFamily="34" charset="0"/>
                        </a:rPr>
                        <a:t> </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4"/>
                    </a:solidFill>
                  </a:tcPr>
                </a:tc>
                <a:extLst>
                  <a:ext uri="{0D108BD9-81ED-4DB2-BD59-A6C34878D82A}">
                    <a16:rowId xmlns:a16="http://schemas.microsoft.com/office/drawing/2014/main" val="1500385437"/>
                  </a:ext>
                </a:extLst>
              </a:tr>
              <a:tr h="292100">
                <a:tc>
                  <a:txBody>
                    <a:bodyPr/>
                    <a:lstStyle/>
                    <a:p>
                      <a:pPr algn="ctr" fontAlgn="t">
                        <a:buNone/>
                      </a:pPr>
                      <a:r>
                        <a:rPr lang="es-MX" sz="1800" b="0" i="0" u="none" strike="noStrike">
                          <a:solidFill>
                            <a:srgbClr val="000000"/>
                          </a:solidFill>
                          <a:effectLst/>
                          <a:latin typeface="Arial" panose="020B0604020202020204" pitchFamily="34" charset="0"/>
                        </a:rPr>
                        <a:t> </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fontAlgn="t">
                        <a:buNone/>
                      </a:pPr>
                      <a:r>
                        <a:rPr lang="es-MX" sz="1800" b="0" i="0" u="none" strike="noStrike">
                          <a:solidFill>
                            <a:srgbClr val="000000"/>
                          </a:solidFill>
                          <a:effectLst/>
                          <a:latin typeface="Arial" panose="020B0604020202020204" pitchFamily="34" charset="0"/>
                        </a:rPr>
                        <a:t> </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fontAlgn="t">
                        <a:buNone/>
                      </a:pPr>
                      <a:r>
                        <a:rPr lang="es-MX" sz="1800" b="0" i="0" u="none" strike="noStrike">
                          <a:solidFill>
                            <a:srgbClr val="000000"/>
                          </a:solidFill>
                          <a:effectLst/>
                          <a:latin typeface="Arial" panose="020B0604020202020204" pitchFamily="34" charset="0"/>
                        </a:rPr>
                        <a:t> </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fontAlgn="t">
                        <a:buNone/>
                      </a:pPr>
                      <a:r>
                        <a:rPr lang="es-MX" sz="1800" b="0" i="0" u="none" strike="noStrike">
                          <a:solidFill>
                            <a:srgbClr val="000000"/>
                          </a:solidFill>
                          <a:effectLst/>
                          <a:latin typeface="Arial" panose="020B0604020202020204" pitchFamily="34" charset="0"/>
                        </a:rPr>
                        <a:t> </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fontAlgn="t">
                        <a:buNone/>
                      </a:pPr>
                      <a:r>
                        <a:rPr lang="es-MX" sz="1800" b="0" i="0" u="none" strike="noStrike">
                          <a:solidFill>
                            <a:srgbClr val="000000"/>
                          </a:solidFill>
                          <a:effectLst/>
                          <a:latin typeface="Arial" panose="020B0604020202020204" pitchFamily="34" charset="0"/>
                        </a:rPr>
                        <a:t> </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extLst>
                  <a:ext uri="{0D108BD9-81ED-4DB2-BD59-A6C34878D82A}">
                    <a16:rowId xmlns:a16="http://schemas.microsoft.com/office/drawing/2014/main" val="1020910475"/>
                  </a:ext>
                </a:extLst>
              </a:tr>
              <a:tr h="292100">
                <a:tc>
                  <a:txBody>
                    <a:bodyPr/>
                    <a:lstStyle/>
                    <a:p>
                      <a:pPr algn="ctr" fontAlgn="t">
                        <a:buNone/>
                      </a:pPr>
                      <a:r>
                        <a:rPr lang="es-MX" sz="1800" b="0" i="0" u="none" strike="noStrike">
                          <a:solidFill>
                            <a:srgbClr val="000000"/>
                          </a:solidFill>
                          <a:effectLst/>
                          <a:latin typeface="Arial" panose="020B0604020202020204" pitchFamily="34" charset="0"/>
                        </a:rPr>
                        <a:t> </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4"/>
                    </a:solidFill>
                  </a:tcPr>
                </a:tc>
                <a:tc>
                  <a:txBody>
                    <a:bodyPr/>
                    <a:lstStyle/>
                    <a:p>
                      <a:pPr algn="ctr" fontAlgn="t">
                        <a:buNone/>
                      </a:pPr>
                      <a:r>
                        <a:rPr lang="es-MX" sz="1800" b="0" i="0" u="none" strike="noStrike">
                          <a:solidFill>
                            <a:srgbClr val="000000"/>
                          </a:solidFill>
                          <a:effectLst/>
                          <a:latin typeface="Arial" panose="020B0604020202020204" pitchFamily="34" charset="0"/>
                        </a:rPr>
                        <a:t> </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4"/>
                    </a:solidFill>
                  </a:tcPr>
                </a:tc>
                <a:tc>
                  <a:txBody>
                    <a:bodyPr/>
                    <a:lstStyle/>
                    <a:p>
                      <a:pPr algn="ctr" fontAlgn="t">
                        <a:buNone/>
                      </a:pPr>
                      <a:r>
                        <a:rPr lang="es-MX" sz="1800" b="0" i="0" u="none" strike="noStrike">
                          <a:solidFill>
                            <a:srgbClr val="000000"/>
                          </a:solidFill>
                          <a:effectLst/>
                          <a:latin typeface="Arial" panose="020B0604020202020204" pitchFamily="34" charset="0"/>
                        </a:rPr>
                        <a:t> </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4"/>
                    </a:solidFill>
                  </a:tcPr>
                </a:tc>
                <a:tc>
                  <a:txBody>
                    <a:bodyPr/>
                    <a:lstStyle/>
                    <a:p>
                      <a:pPr algn="ctr" fontAlgn="t">
                        <a:buNone/>
                      </a:pPr>
                      <a:r>
                        <a:rPr lang="es-MX" sz="1800" b="0" i="0" u="none" strike="noStrike">
                          <a:solidFill>
                            <a:srgbClr val="000000"/>
                          </a:solidFill>
                          <a:effectLst/>
                          <a:latin typeface="Arial" panose="020B0604020202020204" pitchFamily="34" charset="0"/>
                        </a:rPr>
                        <a:t> </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4"/>
                    </a:solidFill>
                  </a:tcPr>
                </a:tc>
                <a:tc>
                  <a:txBody>
                    <a:bodyPr/>
                    <a:lstStyle/>
                    <a:p>
                      <a:pPr algn="ctr" fontAlgn="t">
                        <a:buNone/>
                      </a:pPr>
                      <a:r>
                        <a:rPr lang="es-MX" sz="1800" b="0" i="0" u="none" strike="noStrike" dirty="0">
                          <a:solidFill>
                            <a:srgbClr val="000000"/>
                          </a:solidFill>
                          <a:effectLst/>
                          <a:latin typeface="Arial" panose="020B0604020202020204" pitchFamily="34" charset="0"/>
                        </a:rPr>
                        <a:t> </a:t>
                      </a: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4"/>
                    </a:solidFill>
                  </a:tcPr>
                </a:tc>
                <a:extLst>
                  <a:ext uri="{0D108BD9-81ED-4DB2-BD59-A6C34878D82A}">
                    <a16:rowId xmlns:a16="http://schemas.microsoft.com/office/drawing/2014/main" val="1041905017"/>
                  </a:ext>
                </a:extLst>
              </a:tr>
            </a:tbl>
          </a:graphicData>
        </a:graphic>
      </p:graphicFrame>
      <p:cxnSp>
        <p:nvCxnSpPr>
          <p:cNvPr id="14" name="Conector recto de flecha 13">
            <a:extLst>
              <a:ext uri="{FF2B5EF4-FFF2-40B4-BE49-F238E27FC236}">
                <a16:creationId xmlns:a16="http://schemas.microsoft.com/office/drawing/2014/main" id="{386E9F6F-C4AE-B9B7-A697-C7D412621C00}"/>
              </a:ext>
            </a:extLst>
          </p:cNvPr>
          <p:cNvCxnSpPr>
            <a:cxnSpLocks/>
          </p:cNvCxnSpPr>
          <p:nvPr/>
        </p:nvCxnSpPr>
        <p:spPr>
          <a:xfrm>
            <a:off x="2045043" y="3620530"/>
            <a:ext cx="0" cy="8093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Conector recto de flecha 15">
            <a:extLst>
              <a:ext uri="{FF2B5EF4-FFF2-40B4-BE49-F238E27FC236}">
                <a16:creationId xmlns:a16="http://schemas.microsoft.com/office/drawing/2014/main" id="{3C633296-1487-2B42-C59B-0DFE97AC30C1}"/>
              </a:ext>
            </a:extLst>
          </p:cNvPr>
          <p:cNvCxnSpPr>
            <a:cxnSpLocks/>
          </p:cNvCxnSpPr>
          <p:nvPr/>
        </p:nvCxnSpPr>
        <p:spPr>
          <a:xfrm flipV="1">
            <a:off x="4217772" y="4270248"/>
            <a:ext cx="708454" cy="5210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707773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C3309-20F1-703F-7C67-BC5FA4AD364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C7BAE12-5FC0-90A9-9E1F-205A080272BA}"/>
              </a:ext>
            </a:extLst>
          </p:cNvPr>
          <p:cNvSpPr>
            <a:spLocks noGrp="1"/>
          </p:cNvSpPr>
          <p:nvPr>
            <p:ph type="title"/>
          </p:nvPr>
        </p:nvSpPr>
        <p:spPr>
          <a:xfrm>
            <a:off x="457199" y="-258726"/>
            <a:ext cx="8229600" cy="1143000"/>
          </a:xfrm>
        </p:spPr>
        <p:txBody>
          <a:bodyPr>
            <a:normAutofit/>
          </a:bodyPr>
          <a:lstStyle/>
          <a:p>
            <a:r>
              <a:rPr lang="es-MX" sz="3600" b="1" dirty="0" err="1">
                <a:latin typeface="Times New Roman" panose="02020603050405020304" pitchFamily="18" charset="0"/>
                <a:cs typeface="Times New Roman" panose="02020603050405020304" pitchFamily="18" charset="0"/>
              </a:rPr>
              <a:t>Workflow</a:t>
            </a:r>
            <a:endParaRPr lang="es-MX" sz="3600" b="1" dirty="0">
              <a:latin typeface="Times New Roman" panose="02020603050405020304" pitchFamily="18" charset="0"/>
              <a:cs typeface="Times New Roman" panose="02020603050405020304" pitchFamily="18" charset="0"/>
            </a:endParaRPr>
          </a:p>
        </p:txBody>
      </p:sp>
      <p:sp>
        <p:nvSpPr>
          <p:cNvPr id="4" name="Marcador de número de diapositiva 3">
            <a:extLst>
              <a:ext uri="{FF2B5EF4-FFF2-40B4-BE49-F238E27FC236}">
                <a16:creationId xmlns:a16="http://schemas.microsoft.com/office/drawing/2014/main" id="{84E083E5-A8B9-E037-972C-9AC56FC5076F}"/>
              </a:ext>
            </a:extLst>
          </p:cNvPr>
          <p:cNvSpPr>
            <a:spLocks noGrp="1"/>
          </p:cNvSpPr>
          <p:nvPr>
            <p:ph type="sldNum" sz="quarter" idx="8"/>
          </p:nvPr>
        </p:nvSpPr>
        <p:spPr/>
        <p:txBody>
          <a:bodyPr/>
          <a:lstStyle/>
          <a:p>
            <a:pPr lvl="0"/>
            <a:fld id="{A20C4BF6-2150-487F-8C1E-23E793CAFD15}" type="slidenum">
              <a:rPr lang="es-MX" smtClean="0"/>
              <a:t>6</a:t>
            </a:fld>
            <a:endParaRPr lang="es-MX"/>
          </a:p>
        </p:txBody>
      </p:sp>
      <p:pic>
        <p:nvPicPr>
          <p:cNvPr id="19" name="Imagen 18">
            <a:extLst>
              <a:ext uri="{FF2B5EF4-FFF2-40B4-BE49-F238E27FC236}">
                <a16:creationId xmlns:a16="http://schemas.microsoft.com/office/drawing/2014/main" id="{9255BFDD-D6D4-B762-1B50-3D6055E73152}"/>
              </a:ext>
            </a:extLst>
          </p:cNvPr>
          <p:cNvPicPr>
            <a:picLocks noChangeAspect="1"/>
          </p:cNvPicPr>
          <p:nvPr/>
        </p:nvPicPr>
        <p:blipFill>
          <a:blip r:embed="rId2"/>
          <a:stretch>
            <a:fillRect/>
          </a:stretch>
        </p:blipFill>
        <p:spPr>
          <a:xfrm>
            <a:off x="69802" y="773336"/>
            <a:ext cx="9144000" cy="5311327"/>
          </a:xfrm>
          <a:prstGeom prst="rect">
            <a:avLst/>
          </a:prstGeom>
        </p:spPr>
      </p:pic>
    </p:spTree>
    <p:extLst>
      <p:ext uri="{BB962C8B-B14F-4D97-AF65-F5344CB8AC3E}">
        <p14:creationId xmlns:p14="http://schemas.microsoft.com/office/powerpoint/2010/main" val="17487700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71E26-146B-65DE-0BA8-D4D90BAB9293}"/>
            </a:ext>
          </a:extLst>
        </p:cNvPr>
        <p:cNvGrpSpPr/>
        <p:nvPr/>
      </p:nvGrpSpPr>
      <p:grpSpPr>
        <a:xfrm>
          <a:off x="0" y="0"/>
          <a:ext cx="0" cy="0"/>
          <a:chOff x="0" y="0"/>
          <a:chExt cx="0" cy="0"/>
        </a:xfrm>
      </p:grpSpPr>
      <p:pic>
        <p:nvPicPr>
          <p:cNvPr id="143" name="Imagen 142">
            <a:extLst>
              <a:ext uri="{FF2B5EF4-FFF2-40B4-BE49-F238E27FC236}">
                <a16:creationId xmlns:a16="http://schemas.microsoft.com/office/drawing/2014/main" id="{3D4ABB1A-C50A-DD77-CD37-C97FFB436B2A}"/>
              </a:ext>
            </a:extLst>
          </p:cNvPr>
          <p:cNvPicPr>
            <a:picLocks noChangeAspect="1"/>
          </p:cNvPicPr>
          <p:nvPr/>
        </p:nvPicPr>
        <p:blipFill>
          <a:blip r:embed="rId3"/>
          <a:stretch>
            <a:fillRect/>
          </a:stretch>
        </p:blipFill>
        <p:spPr>
          <a:xfrm>
            <a:off x="4227051" y="2109625"/>
            <a:ext cx="4863868" cy="3873305"/>
          </a:xfrm>
          <a:prstGeom prst="rect">
            <a:avLst/>
          </a:prstGeom>
        </p:spPr>
      </p:pic>
      <p:sp>
        <p:nvSpPr>
          <p:cNvPr id="2" name="Título 1">
            <a:extLst>
              <a:ext uri="{FF2B5EF4-FFF2-40B4-BE49-F238E27FC236}">
                <a16:creationId xmlns:a16="http://schemas.microsoft.com/office/drawing/2014/main" id="{E8AF58AD-0B6F-2E64-854B-312FF6678055}"/>
              </a:ext>
            </a:extLst>
          </p:cNvPr>
          <p:cNvSpPr>
            <a:spLocks noGrp="1"/>
          </p:cNvSpPr>
          <p:nvPr>
            <p:ph type="title"/>
          </p:nvPr>
        </p:nvSpPr>
        <p:spPr>
          <a:xfrm>
            <a:off x="457199" y="-249101"/>
            <a:ext cx="8229600" cy="882914"/>
          </a:xfrm>
        </p:spPr>
        <p:txBody>
          <a:bodyPr>
            <a:normAutofit/>
          </a:bodyPr>
          <a:lstStyle/>
          <a:p>
            <a:r>
              <a:rPr lang="es-MX" sz="3600" b="1" dirty="0" err="1">
                <a:latin typeface="Times New Roman" panose="02020603050405020304" pitchFamily="18" charset="0"/>
                <a:cs typeface="Times New Roman" panose="02020603050405020304" pitchFamily="18" charset="0"/>
              </a:rPr>
              <a:t>Proposed</a:t>
            </a:r>
            <a:r>
              <a:rPr lang="es-MX" sz="3600" b="1" dirty="0">
                <a:latin typeface="Times New Roman" panose="02020603050405020304" pitchFamily="18" charset="0"/>
                <a:cs typeface="Times New Roman" panose="02020603050405020304" pitchFamily="18" charset="0"/>
              </a:rPr>
              <a:t> </a:t>
            </a:r>
            <a:r>
              <a:rPr lang="es-MX" sz="3600" b="1" dirty="0" err="1">
                <a:latin typeface="Times New Roman" panose="02020603050405020304" pitchFamily="18" charset="0"/>
                <a:cs typeface="Times New Roman" panose="02020603050405020304" pitchFamily="18" charset="0"/>
              </a:rPr>
              <a:t>algorithm</a:t>
            </a:r>
            <a:endParaRPr lang="es-MX" sz="3600" b="1" dirty="0">
              <a:latin typeface="Times New Roman" panose="02020603050405020304" pitchFamily="18" charset="0"/>
              <a:cs typeface="Times New Roman" panose="02020603050405020304" pitchFamily="18" charset="0"/>
            </a:endParaRPr>
          </a:p>
        </p:txBody>
      </p:sp>
      <p:sp>
        <p:nvSpPr>
          <p:cNvPr id="4" name="Marcador de número de diapositiva 3">
            <a:extLst>
              <a:ext uri="{FF2B5EF4-FFF2-40B4-BE49-F238E27FC236}">
                <a16:creationId xmlns:a16="http://schemas.microsoft.com/office/drawing/2014/main" id="{1E2C626F-C186-B830-10BE-5CA2CC1BE2C9}"/>
              </a:ext>
            </a:extLst>
          </p:cNvPr>
          <p:cNvSpPr>
            <a:spLocks noGrp="1"/>
          </p:cNvSpPr>
          <p:nvPr>
            <p:ph type="sldNum" sz="quarter" idx="8"/>
          </p:nvPr>
        </p:nvSpPr>
        <p:spPr/>
        <p:txBody>
          <a:bodyPr/>
          <a:lstStyle/>
          <a:p>
            <a:pPr lvl="0"/>
            <a:fld id="{A20C4BF6-2150-487F-8C1E-23E793CAFD15}" type="slidenum">
              <a:rPr lang="es-MX" smtClean="0"/>
              <a:t>7</a:t>
            </a:fld>
            <a:endParaRPr lang="es-MX"/>
          </a:p>
        </p:txBody>
      </p:sp>
      <p:sp>
        <p:nvSpPr>
          <p:cNvPr id="9" name="Marcador de contenido 2">
            <a:extLst>
              <a:ext uri="{FF2B5EF4-FFF2-40B4-BE49-F238E27FC236}">
                <a16:creationId xmlns:a16="http://schemas.microsoft.com/office/drawing/2014/main" id="{0E6B0BEF-50BE-FAC1-DCED-53163CFC3FBF}"/>
              </a:ext>
            </a:extLst>
          </p:cNvPr>
          <p:cNvSpPr>
            <a:spLocks noGrp="1" noChangeArrowheads="1"/>
          </p:cNvSpPr>
          <p:nvPr>
            <p:ph idx="1"/>
          </p:nvPr>
        </p:nvSpPr>
        <p:spPr>
          <a:xfrm>
            <a:off x="2514603" y="633813"/>
            <a:ext cx="4038600" cy="547687"/>
          </a:xfrm>
        </p:spPr>
        <p:txBody>
          <a:bodyPr/>
          <a:lstStyle/>
          <a:p>
            <a:pPr marL="0" indent="0" algn="ctr">
              <a:buFontTx/>
              <a:buNone/>
            </a:pPr>
            <a:r>
              <a:rPr lang="es-MX" altLang="es-MX" sz="2400" b="1" dirty="0" err="1"/>
              <a:t>Unified</a:t>
            </a:r>
            <a:r>
              <a:rPr lang="es-MX" altLang="es-MX" sz="2400" b="1" dirty="0"/>
              <a:t> </a:t>
            </a:r>
            <a:r>
              <a:rPr lang="es-MX" altLang="es-MX" sz="2400" b="1" dirty="0" err="1"/>
              <a:t>workflow</a:t>
            </a:r>
            <a:endParaRPr lang="es-MX" altLang="es-MX" sz="2200" b="1" dirty="0">
              <a:latin typeface="Times New Roman" panose="02020603050405020304" pitchFamily="18" charset="0"/>
              <a:cs typeface="Times New Roman" panose="02020603050405020304" pitchFamily="18" charset="0"/>
            </a:endParaRPr>
          </a:p>
        </p:txBody>
      </p:sp>
      <p:sp>
        <p:nvSpPr>
          <p:cNvPr id="10" name="Marcador de contenido 2">
            <a:extLst>
              <a:ext uri="{FF2B5EF4-FFF2-40B4-BE49-F238E27FC236}">
                <a16:creationId xmlns:a16="http://schemas.microsoft.com/office/drawing/2014/main" id="{305601B5-B14F-13F9-6825-7AB0D84047E3}"/>
              </a:ext>
            </a:extLst>
          </p:cNvPr>
          <p:cNvSpPr txBox="1">
            <a:spLocks noChangeArrowheads="1"/>
          </p:cNvSpPr>
          <p:nvPr/>
        </p:nvSpPr>
        <p:spPr>
          <a:xfrm>
            <a:off x="838204" y="1441121"/>
            <a:ext cx="1429262" cy="547687"/>
          </a:xfrm>
          <a:prstGeom prst="rect">
            <a:avLst/>
          </a:prstGeom>
          <a:ln/>
        </p:spPr>
        <p:style>
          <a:lnRef idx="2">
            <a:schemeClr val="accent4"/>
          </a:lnRef>
          <a:fillRef idx="1">
            <a:schemeClr val="lt1"/>
          </a:fillRef>
          <a:effectRef idx="0">
            <a:schemeClr val="accent4"/>
          </a:effectRef>
          <a:fontRef idx="minor">
            <a:schemeClr val="dk1"/>
          </a:fontRef>
        </p:style>
        <p:txBody>
          <a:bodyPr vert="horz" wrap="square" lIns="91440" tIns="45720" rIns="91440" bIns="45720" anchor="t" anchorCtr="0" compatLnSpc="1">
            <a:normAutofit/>
          </a:bodyPr>
          <a:lstStyle>
            <a:lvl1pPr marL="342900" marR="0" lvl="0" indent="-342900" algn="l" defTabSz="457200" rtl="0" fontAlgn="auto" hangingPunct="1">
              <a:lnSpc>
                <a:spcPct val="100000"/>
              </a:lnSpc>
              <a:spcBef>
                <a:spcPts val="800"/>
              </a:spcBef>
              <a:spcAft>
                <a:spcPts val="0"/>
              </a:spcAft>
              <a:buSzPct val="100000"/>
              <a:buFont typeface="Arial"/>
              <a:buChar char="•"/>
              <a:tabLst/>
              <a:defRPr lang="es-ES" sz="3200" b="0" i="0" u="none" strike="noStrike" kern="1200" cap="none" spc="0" baseline="0">
                <a:solidFill>
                  <a:srgbClr val="000000"/>
                </a:solidFill>
                <a:uFillTx/>
                <a:latin typeface="Calibri"/>
              </a:defRPr>
            </a:lvl1pPr>
            <a:lvl2pPr marL="742950" marR="0" lvl="1" indent="-285750" algn="l" defTabSz="457200" rtl="0" fontAlgn="auto" hangingPunct="1">
              <a:lnSpc>
                <a:spcPct val="100000"/>
              </a:lnSpc>
              <a:spcBef>
                <a:spcPts val="700"/>
              </a:spcBef>
              <a:spcAft>
                <a:spcPts val="0"/>
              </a:spcAft>
              <a:buSzPct val="100000"/>
              <a:buFont typeface="Arial"/>
              <a:buChar char="–"/>
              <a:tabLst/>
              <a:defRPr lang="es-ES" sz="2800" b="0" i="0" u="none" strike="noStrike" kern="1200" cap="none" spc="0" baseline="0">
                <a:solidFill>
                  <a:srgbClr val="000000"/>
                </a:solidFill>
                <a:uFillTx/>
                <a:latin typeface="Calibri"/>
              </a:defRPr>
            </a:lvl2pPr>
            <a:lvl3pPr marL="1143000" marR="0" lvl="2" indent="-228600" algn="l" defTabSz="457200" rtl="0" fontAlgn="auto" hangingPunct="1">
              <a:lnSpc>
                <a:spcPct val="100000"/>
              </a:lnSpc>
              <a:spcBef>
                <a:spcPts val="600"/>
              </a:spcBef>
              <a:spcAft>
                <a:spcPts val="0"/>
              </a:spcAft>
              <a:buSzPct val="100000"/>
              <a:buFont typeface="Arial"/>
              <a:buChar char="•"/>
              <a:tabLst/>
              <a:defRPr lang="es-ES" sz="2400" b="0" i="0" u="none" strike="noStrike" kern="1200" cap="none" spc="0" baseline="0">
                <a:solidFill>
                  <a:srgbClr val="000000"/>
                </a:solidFill>
                <a:uFillTx/>
                <a:latin typeface="Calibri"/>
              </a:defRPr>
            </a:lvl3pPr>
            <a:lvl4pPr marL="1600200" marR="0" lvl="3" indent="-228600" algn="l" defTabSz="457200" rtl="0" fontAlgn="auto" hangingPunct="1">
              <a:lnSpc>
                <a:spcPct val="100000"/>
              </a:lnSpc>
              <a:spcBef>
                <a:spcPts val="500"/>
              </a:spcBef>
              <a:spcAft>
                <a:spcPts val="0"/>
              </a:spcAft>
              <a:buSzPct val="100000"/>
              <a:buFont typeface="Arial"/>
              <a:buChar char="–"/>
              <a:tabLst/>
              <a:defRPr lang="es-ES" sz="2000" b="0" i="0" u="none" strike="noStrike" kern="1200" cap="none" spc="0" baseline="0">
                <a:solidFill>
                  <a:srgbClr val="000000"/>
                </a:solidFill>
                <a:uFillTx/>
                <a:latin typeface="Calibri"/>
              </a:defRPr>
            </a:lvl4pPr>
            <a:lvl5pPr marL="2057400" marR="0" lvl="4" indent="-228600" algn="l" defTabSz="457200" rtl="0" fontAlgn="auto" hangingPunct="1">
              <a:lnSpc>
                <a:spcPct val="100000"/>
              </a:lnSpc>
              <a:spcBef>
                <a:spcPts val="500"/>
              </a:spcBef>
              <a:spcAft>
                <a:spcPts val="0"/>
              </a:spcAft>
              <a:buSzPct val="100000"/>
              <a:buFont typeface="Arial"/>
              <a:buChar char="»"/>
              <a:tabLst/>
              <a:defRPr lang="es-ES" sz="2000" b="0" i="0" u="none" strike="noStrike" kern="1200" cap="none" spc="0" baseline="0">
                <a:solidFill>
                  <a:srgbClr val="000000"/>
                </a:solidFill>
                <a:uFillTx/>
                <a:latin typeface="Calibri"/>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s-MX" altLang="es-MX" sz="2400" b="1" dirty="0"/>
              <a:t>Step 1</a:t>
            </a:r>
            <a:endParaRPr lang="es-MX" altLang="es-MX" sz="2200" b="1" dirty="0">
              <a:latin typeface="Times New Roman" panose="02020603050405020304" pitchFamily="18" charset="0"/>
              <a:cs typeface="Times New Roman" panose="02020603050405020304" pitchFamily="18" charset="0"/>
            </a:endParaRPr>
          </a:p>
        </p:txBody>
      </p:sp>
      <p:sp>
        <p:nvSpPr>
          <p:cNvPr id="11" name="Marcador de contenido 2">
            <a:extLst>
              <a:ext uri="{FF2B5EF4-FFF2-40B4-BE49-F238E27FC236}">
                <a16:creationId xmlns:a16="http://schemas.microsoft.com/office/drawing/2014/main" id="{FF7BB3B9-B179-73AA-6854-C9EE98E57CF8}"/>
              </a:ext>
            </a:extLst>
          </p:cNvPr>
          <p:cNvSpPr txBox="1">
            <a:spLocks noChangeArrowheads="1"/>
          </p:cNvSpPr>
          <p:nvPr/>
        </p:nvSpPr>
        <p:spPr>
          <a:xfrm>
            <a:off x="5875641" y="1441121"/>
            <a:ext cx="1429262" cy="547687"/>
          </a:xfrm>
          <a:prstGeom prst="rect">
            <a:avLst/>
          </a:prstGeom>
          <a:ln/>
        </p:spPr>
        <p:style>
          <a:lnRef idx="2">
            <a:schemeClr val="accent6"/>
          </a:lnRef>
          <a:fillRef idx="1">
            <a:schemeClr val="lt1"/>
          </a:fillRef>
          <a:effectRef idx="0">
            <a:schemeClr val="accent6"/>
          </a:effectRef>
          <a:fontRef idx="minor">
            <a:schemeClr val="dk1"/>
          </a:fontRef>
        </p:style>
        <p:txBody>
          <a:bodyPr vert="horz" wrap="square" lIns="91440" tIns="45720" rIns="91440" bIns="45720" anchor="t" anchorCtr="0" compatLnSpc="1">
            <a:normAutofit/>
          </a:bodyPr>
          <a:lstStyle>
            <a:lvl1pPr marL="342900" marR="0" lvl="0" indent="-342900" algn="l" defTabSz="457200" rtl="0" fontAlgn="auto" hangingPunct="1">
              <a:lnSpc>
                <a:spcPct val="100000"/>
              </a:lnSpc>
              <a:spcBef>
                <a:spcPts val="800"/>
              </a:spcBef>
              <a:spcAft>
                <a:spcPts val="0"/>
              </a:spcAft>
              <a:buSzPct val="100000"/>
              <a:buFont typeface="Arial"/>
              <a:buChar char="•"/>
              <a:tabLst/>
              <a:defRPr lang="es-ES" sz="3200" b="0" i="0" u="none" strike="noStrike" kern="1200" cap="none" spc="0" baseline="0">
                <a:solidFill>
                  <a:srgbClr val="000000"/>
                </a:solidFill>
                <a:uFillTx/>
                <a:latin typeface="Calibri"/>
              </a:defRPr>
            </a:lvl1pPr>
            <a:lvl2pPr marL="742950" marR="0" lvl="1" indent="-285750" algn="l" defTabSz="457200" rtl="0" fontAlgn="auto" hangingPunct="1">
              <a:lnSpc>
                <a:spcPct val="100000"/>
              </a:lnSpc>
              <a:spcBef>
                <a:spcPts val="700"/>
              </a:spcBef>
              <a:spcAft>
                <a:spcPts val="0"/>
              </a:spcAft>
              <a:buSzPct val="100000"/>
              <a:buFont typeface="Arial"/>
              <a:buChar char="–"/>
              <a:tabLst/>
              <a:defRPr lang="es-ES" sz="2800" b="0" i="0" u="none" strike="noStrike" kern="1200" cap="none" spc="0" baseline="0">
                <a:solidFill>
                  <a:srgbClr val="000000"/>
                </a:solidFill>
                <a:uFillTx/>
                <a:latin typeface="Calibri"/>
              </a:defRPr>
            </a:lvl2pPr>
            <a:lvl3pPr marL="1143000" marR="0" lvl="2" indent="-228600" algn="l" defTabSz="457200" rtl="0" fontAlgn="auto" hangingPunct="1">
              <a:lnSpc>
                <a:spcPct val="100000"/>
              </a:lnSpc>
              <a:spcBef>
                <a:spcPts val="600"/>
              </a:spcBef>
              <a:spcAft>
                <a:spcPts val="0"/>
              </a:spcAft>
              <a:buSzPct val="100000"/>
              <a:buFont typeface="Arial"/>
              <a:buChar char="•"/>
              <a:tabLst/>
              <a:defRPr lang="es-ES" sz="2400" b="0" i="0" u="none" strike="noStrike" kern="1200" cap="none" spc="0" baseline="0">
                <a:solidFill>
                  <a:srgbClr val="000000"/>
                </a:solidFill>
                <a:uFillTx/>
                <a:latin typeface="Calibri"/>
              </a:defRPr>
            </a:lvl3pPr>
            <a:lvl4pPr marL="1600200" marR="0" lvl="3" indent="-228600" algn="l" defTabSz="457200" rtl="0" fontAlgn="auto" hangingPunct="1">
              <a:lnSpc>
                <a:spcPct val="100000"/>
              </a:lnSpc>
              <a:spcBef>
                <a:spcPts val="500"/>
              </a:spcBef>
              <a:spcAft>
                <a:spcPts val="0"/>
              </a:spcAft>
              <a:buSzPct val="100000"/>
              <a:buFont typeface="Arial"/>
              <a:buChar char="–"/>
              <a:tabLst/>
              <a:defRPr lang="es-ES" sz="2000" b="0" i="0" u="none" strike="noStrike" kern="1200" cap="none" spc="0" baseline="0">
                <a:solidFill>
                  <a:srgbClr val="000000"/>
                </a:solidFill>
                <a:uFillTx/>
                <a:latin typeface="Calibri"/>
              </a:defRPr>
            </a:lvl4pPr>
            <a:lvl5pPr marL="2057400" marR="0" lvl="4" indent="-228600" algn="l" defTabSz="457200" rtl="0" fontAlgn="auto" hangingPunct="1">
              <a:lnSpc>
                <a:spcPct val="100000"/>
              </a:lnSpc>
              <a:spcBef>
                <a:spcPts val="500"/>
              </a:spcBef>
              <a:spcAft>
                <a:spcPts val="0"/>
              </a:spcAft>
              <a:buSzPct val="100000"/>
              <a:buFont typeface="Arial"/>
              <a:buChar char="»"/>
              <a:tabLst/>
              <a:defRPr lang="es-ES" sz="2000" b="0" i="0" u="none" strike="noStrike" kern="1200" cap="none" spc="0" baseline="0">
                <a:solidFill>
                  <a:srgbClr val="000000"/>
                </a:solidFill>
                <a:uFillTx/>
                <a:latin typeface="Calibri"/>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s-MX" altLang="es-MX" sz="2400" b="1" dirty="0"/>
              <a:t>Step 2</a:t>
            </a:r>
            <a:endParaRPr lang="es-MX" altLang="es-MX" sz="2200" b="1" dirty="0">
              <a:latin typeface="Times New Roman" panose="02020603050405020304" pitchFamily="18" charset="0"/>
              <a:cs typeface="Times New Roman" panose="02020603050405020304" pitchFamily="18" charset="0"/>
            </a:endParaRPr>
          </a:p>
        </p:txBody>
      </p:sp>
      <p:cxnSp>
        <p:nvCxnSpPr>
          <p:cNvPr id="14" name="Conector recto 13">
            <a:extLst>
              <a:ext uri="{FF2B5EF4-FFF2-40B4-BE49-F238E27FC236}">
                <a16:creationId xmlns:a16="http://schemas.microsoft.com/office/drawing/2014/main" id="{5939E845-C33C-A16B-C060-31BECD1C61FF}"/>
              </a:ext>
            </a:extLst>
          </p:cNvPr>
          <p:cNvCxnSpPr>
            <a:cxnSpLocks/>
          </p:cNvCxnSpPr>
          <p:nvPr/>
        </p:nvCxnSpPr>
        <p:spPr>
          <a:xfrm>
            <a:off x="4125792" y="6230049"/>
            <a:ext cx="673768"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Conector recto de flecha 14">
            <a:extLst>
              <a:ext uri="{FF2B5EF4-FFF2-40B4-BE49-F238E27FC236}">
                <a16:creationId xmlns:a16="http://schemas.microsoft.com/office/drawing/2014/main" id="{67E1E759-1D48-0423-8239-C768856CC010}"/>
              </a:ext>
            </a:extLst>
          </p:cNvPr>
          <p:cNvCxnSpPr>
            <a:cxnSpLocks/>
          </p:cNvCxnSpPr>
          <p:nvPr/>
        </p:nvCxnSpPr>
        <p:spPr>
          <a:xfrm flipV="1">
            <a:off x="4799560" y="3439006"/>
            <a:ext cx="0" cy="27910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276" name="Imagen 275">
            <a:extLst>
              <a:ext uri="{FF2B5EF4-FFF2-40B4-BE49-F238E27FC236}">
                <a16:creationId xmlns:a16="http://schemas.microsoft.com/office/drawing/2014/main" id="{CEBC3CB0-5B99-23A4-F638-532498D0EA67}"/>
              </a:ext>
            </a:extLst>
          </p:cNvPr>
          <p:cNvPicPr>
            <a:picLocks noChangeAspect="1"/>
          </p:cNvPicPr>
          <p:nvPr/>
        </p:nvPicPr>
        <p:blipFill>
          <a:blip r:embed="rId4"/>
          <a:stretch>
            <a:fillRect/>
          </a:stretch>
        </p:blipFill>
        <p:spPr>
          <a:xfrm>
            <a:off x="231173" y="2146572"/>
            <a:ext cx="3995877" cy="4209779"/>
          </a:xfrm>
          <a:prstGeom prst="rect">
            <a:avLst/>
          </a:prstGeom>
        </p:spPr>
      </p:pic>
    </p:spTree>
    <p:extLst>
      <p:ext uri="{BB962C8B-B14F-4D97-AF65-F5344CB8AC3E}">
        <p14:creationId xmlns:p14="http://schemas.microsoft.com/office/powerpoint/2010/main" val="8117023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AA48C-B25D-065C-EC2A-F0AEF5128A8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0A15838-FAC1-A498-1A39-A80AF2158089}"/>
              </a:ext>
            </a:extLst>
          </p:cNvPr>
          <p:cNvSpPr>
            <a:spLocks noGrp="1"/>
          </p:cNvSpPr>
          <p:nvPr>
            <p:ph type="title"/>
          </p:nvPr>
        </p:nvSpPr>
        <p:spPr>
          <a:xfrm>
            <a:off x="457199" y="-249101"/>
            <a:ext cx="8229600" cy="882914"/>
          </a:xfrm>
        </p:spPr>
        <p:txBody>
          <a:bodyPr>
            <a:normAutofit/>
          </a:bodyPr>
          <a:lstStyle/>
          <a:p>
            <a:r>
              <a:rPr lang="es-MX" sz="3600" b="1" dirty="0" err="1">
                <a:latin typeface="Times New Roman" panose="02020603050405020304" pitchFamily="18" charset="0"/>
                <a:cs typeface="Times New Roman" panose="02020603050405020304" pitchFamily="18" charset="0"/>
              </a:rPr>
              <a:t>Genetic</a:t>
            </a:r>
            <a:r>
              <a:rPr lang="es-MX" sz="3600" b="1" dirty="0">
                <a:latin typeface="Times New Roman" panose="02020603050405020304" pitchFamily="18" charset="0"/>
                <a:cs typeface="Times New Roman" panose="02020603050405020304" pitchFamily="18" charset="0"/>
              </a:rPr>
              <a:t> </a:t>
            </a:r>
            <a:r>
              <a:rPr lang="es-MX" sz="3600" b="1" dirty="0" err="1">
                <a:latin typeface="Times New Roman" panose="02020603050405020304" pitchFamily="18" charset="0"/>
                <a:cs typeface="Times New Roman" panose="02020603050405020304" pitchFamily="18" charset="0"/>
              </a:rPr>
              <a:t>algorithms</a:t>
            </a:r>
            <a:endParaRPr lang="es-MX" sz="3600" b="1" dirty="0">
              <a:latin typeface="Times New Roman" panose="02020603050405020304" pitchFamily="18" charset="0"/>
              <a:cs typeface="Times New Roman" panose="02020603050405020304" pitchFamily="18" charset="0"/>
            </a:endParaRPr>
          </a:p>
        </p:txBody>
      </p:sp>
      <p:sp>
        <p:nvSpPr>
          <p:cNvPr id="4" name="Marcador de número de diapositiva 3">
            <a:extLst>
              <a:ext uri="{FF2B5EF4-FFF2-40B4-BE49-F238E27FC236}">
                <a16:creationId xmlns:a16="http://schemas.microsoft.com/office/drawing/2014/main" id="{73817011-65E4-41F1-8722-EA179ACEF32A}"/>
              </a:ext>
            </a:extLst>
          </p:cNvPr>
          <p:cNvSpPr>
            <a:spLocks noGrp="1"/>
          </p:cNvSpPr>
          <p:nvPr>
            <p:ph type="sldNum" sz="quarter" idx="8"/>
          </p:nvPr>
        </p:nvSpPr>
        <p:spPr/>
        <p:txBody>
          <a:bodyPr/>
          <a:lstStyle/>
          <a:p>
            <a:pPr lvl="0"/>
            <a:fld id="{A20C4BF6-2150-487F-8C1E-23E793CAFD15}" type="slidenum">
              <a:rPr lang="es-MX" smtClean="0"/>
              <a:t>8</a:t>
            </a:fld>
            <a:endParaRPr lang="es-MX"/>
          </a:p>
        </p:txBody>
      </p:sp>
      <p:sp>
        <p:nvSpPr>
          <p:cNvPr id="13" name="Marcador de contenido 2">
            <a:extLst>
              <a:ext uri="{FF2B5EF4-FFF2-40B4-BE49-F238E27FC236}">
                <a16:creationId xmlns:a16="http://schemas.microsoft.com/office/drawing/2014/main" id="{64DB19D0-C63E-E0E1-F439-E574920EF0E4}"/>
              </a:ext>
            </a:extLst>
          </p:cNvPr>
          <p:cNvSpPr txBox="1">
            <a:spLocks/>
          </p:cNvSpPr>
          <p:nvPr/>
        </p:nvSpPr>
        <p:spPr>
          <a:xfrm>
            <a:off x="408338" y="534194"/>
            <a:ext cx="8735662" cy="753291"/>
          </a:xfrm>
          <a:prstGeom prst="rect">
            <a:avLst/>
          </a:prstGeom>
          <a:noFill/>
          <a:ln>
            <a:noFill/>
          </a:ln>
        </p:spPr>
        <p:txBody>
          <a:bodyPr vert="horz" wrap="square" lIns="91440" tIns="45720" rIns="91440" bIns="45720" anchor="t" anchorCtr="0" compatLnSpc="1">
            <a:normAutofit lnSpcReduction="10000"/>
          </a:bodyPr>
          <a:lstStyle>
            <a:lvl1pPr marL="342900" marR="0" lvl="0" indent="-342900" algn="l" defTabSz="457200" rtl="0" fontAlgn="auto" hangingPunct="1">
              <a:lnSpc>
                <a:spcPct val="100000"/>
              </a:lnSpc>
              <a:spcBef>
                <a:spcPts val="800"/>
              </a:spcBef>
              <a:spcAft>
                <a:spcPts val="0"/>
              </a:spcAft>
              <a:buSzPct val="100000"/>
              <a:buFont typeface="Arial"/>
              <a:buChar char="•"/>
              <a:tabLst/>
              <a:defRPr lang="es-ES" sz="3200" b="0" i="0" u="none" strike="noStrike" kern="1200" cap="none" spc="0" baseline="0">
                <a:solidFill>
                  <a:srgbClr val="000000"/>
                </a:solidFill>
                <a:uFillTx/>
                <a:latin typeface="Calibri"/>
              </a:defRPr>
            </a:lvl1pPr>
            <a:lvl2pPr marL="742950" marR="0" lvl="1" indent="-285750" algn="l" defTabSz="457200" rtl="0" fontAlgn="auto" hangingPunct="1">
              <a:lnSpc>
                <a:spcPct val="100000"/>
              </a:lnSpc>
              <a:spcBef>
                <a:spcPts val="700"/>
              </a:spcBef>
              <a:spcAft>
                <a:spcPts val="0"/>
              </a:spcAft>
              <a:buSzPct val="100000"/>
              <a:buFont typeface="Arial"/>
              <a:buChar char="–"/>
              <a:tabLst/>
              <a:defRPr lang="es-ES" sz="2800" b="0" i="0" u="none" strike="noStrike" kern="1200" cap="none" spc="0" baseline="0">
                <a:solidFill>
                  <a:srgbClr val="000000"/>
                </a:solidFill>
                <a:uFillTx/>
                <a:latin typeface="Calibri"/>
              </a:defRPr>
            </a:lvl2pPr>
            <a:lvl3pPr marL="1143000" marR="0" lvl="2" indent="-228600" algn="l" defTabSz="457200" rtl="0" fontAlgn="auto" hangingPunct="1">
              <a:lnSpc>
                <a:spcPct val="100000"/>
              </a:lnSpc>
              <a:spcBef>
                <a:spcPts val="600"/>
              </a:spcBef>
              <a:spcAft>
                <a:spcPts val="0"/>
              </a:spcAft>
              <a:buSzPct val="100000"/>
              <a:buFont typeface="Arial"/>
              <a:buChar char="•"/>
              <a:tabLst/>
              <a:defRPr lang="es-ES" sz="2400" b="0" i="0" u="none" strike="noStrike" kern="1200" cap="none" spc="0" baseline="0">
                <a:solidFill>
                  <a:srgbClr val="000000"/>
                </a:solidFill>
                <a:uFillTx/>
                <a:latin typeface="Calibri"/>
              </a:defRPr>
            </a:lvl3pPr>
            <a:lvl4pPr marL="1600200" marR="0" lvl="3" indent="-228600" algn="l" defTabSz="457200" rtl="0" fontAlgn="auto" hangingPunct="1">
              <a:lnSpc>
                <a:spcPct val="100000"/>
              </a:lnSpc>
              <a:spcBef>
                <a:spcPts val="500"/>
              </a:spcBef>
              <a:spcAft>
                <a:spcPts val="0"/>
              </a:spcAft>
              <a:buSzPct val="100000"/>
              <a:buFont typeface="Arial"/>
              <a:buChar char="–"/>
              <a:tabLst/>
              <a:defRPr lang="es-ES" sz="2000" b="0" i="0" u="none" strike="noStrike" kern="1200" cap="none" spc="0" baseline="0">
                <a:solidFill>
                  <a:srgbClr val="000000"/>
                </a:solidFill>
                <a:uFillTx/>
                <a:latin typeface="Calibri"/>
              </a:defRPr>
            </a:lvl4pPr>
            <a:lvl5pPr marL="2057400" marR="0" lvl="4" indent="-228600" algn="l" defTabSz="457200" rtl="0" fontAlgn="auto" hangingPunct="1">
              <a:lnSpc>
                <a:spcPct val="100000"/>
              </a:lnSpc>
              <a:spcBef>
                <a:spcPts val="500"/>
              </a:spcBef>
              <a:spcAft>
                <a:spcPts val="0"/>
              </a:spcAft>
              <a:buSzPct val="100000"/>
              <a:buFont typeface="Arial"/>
              <a:buChar char="»"/>
              <a:tabLst/>
              <a:defRPr lang="es-ES" sz="2000" b="0" i="0" u="none" strike="noStrike" kern="1200" cap="none" spc="0" baseline="0">
                <a:solidFill>
                  <a:srgbClr val="000000"/>
                </a:solidFill>
                <a:uFillTx/>
                <a:latin typeface="Calibri"/>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200" dirty="0">
                <a:latin typeface="Times New Roman" panose="02020603050405020304" pitchFamily="18" charset="0"/>
                <a:cs typeface="Times New Roman" panose="02020603050405020304" pitchFamily="18" charset="0"/>
              </a:rPr>
              <a:t>It is a heuristic optimization technique based on replicating the mechanism of evolution and adaptation in living organisms.</a:t>
            </a:r>
            <a:endParaRPr lang="es-MX" sz="2200" dirty="0">
              <a:latin typeface="Times New Roman" panose="02020603050405020304" pitchFamily="18" charset="0"/>
              <a:cs typeface="Times New Roman" panose="02020603050405020304" pitchFamily="18" charset="0"/>
            </a:endParaRPr>
          </a:p>
        </p:txBody>
      </p:sp>
      <p:pic>
        <p:nvPicPr>
          <p:cNvPr id="14" name="Imagen 2" descr="Interfaz de usuario gráfica&#10;&#10;Descripción generada automáticamente">
            <a:extLst>
              <a:ext uri="{FF2B5EF4-FFF2-40B4-BE49-F238E27FC236}">
                <a16:creationId xmlns:a16="http://schemas.microsoft.com/office/drawing/2014/main" id="{281D9CE3-95DA-8DE4-43EE-CB2112CAEF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3071" t="20790" r="23134" b="25534"/>
          <a:stretch>
            <a:fillRect/>
          </a:stretch>
        </p:blipFill>
        <p:spPr bwMode="auto">
          <a:xfrm>
            <a:off x="3791337" y="2241461"/>
            <a:ext cx="5072062" cy="299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Imagen 3" descr="Interfaz de usuario gráfica, Aplicación, Word&#10;&#10;Descripción generada automáticamente">
            <a:extLst>
              <a:ext uri="{FF2B5EF4-FFF2-40B4-BE49-F238E27FC236}">
                <a16:creationId xmlns:a16="http://schemas.microsoft.com/office/drawing/2014/main" id="{E937C8AA-9747-45F6-E9FC-FC34A7146D9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440" t="29849" r="69231" b="24342"/>
          <a:stretch>
            <a:fillRect/>
          </a:stretch>
        </p:blipFill>
        <p:spPr bwMode="auto">
          <a:xfrm>
            <a:off x="280601" y="2168611"/>
            <a:ext cx="2916238"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2" descr="2 Codificación binaria y no binaria de un individuo. | Download Scientific  Diagram">
            <a:extLst>
              <a:ext uri="{FF2B5EF4-FFF2-40B4-BE49-F238E27FC236}">
                <a16:creationId xmlns:a16="http://schemas.microsoft.com/office/drawing/2014/main" id="{9E370E9D-06AB-944A-9FA4-F8410E73EC5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b="54167"/>
          <a:stretch>
            <a:fillRect/>
          </a:stretch>
        </p:blipFill>
        <p:spPr bwMode="auto">
          <a:xfrm>
            <a:off x="572679" y="3854017"/>
            <a:ext cx="2505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623259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77F40-3AB7-F3E6-5B05-F8F640030F0D}"/>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4969672D-7A5F-5BC9-C297-B9C5ACDF46AF}"/>
              </a:ext>
            </a:extLst>
          </p:cNvPr>
          <p:cNvSpPr>
            <a:spLocks noGrp="1"/>
          </p:cNvSpPr>
          <p:nvPr>
            <p:ph type="sldNum" sz="quarter" idx="8"/>
          </p:nvPr>
        </p:nvSpPr>
        <p:spPr/>
        <p:txBody>
          <a:bodyPr/>
          <a:lstStyle/>
          <a:p>
            <a:pPr lvl="0"/>
            <a:fld id="{A20C4BF6-2150-487F-8C1E-23E793CAFD15}" type="slidenum">
              <a:rPr lang="es-MX" smtClean="0"/>
              <a:t>9</a:t>
            </a:fld>
            <a:endParaRPr lang="es-MX"/>
          </a:p>
        </p:txBody>
      </p:sp>
      <p:sp>
        <p:nvSpPr>
          <p:cNvPr id="6" name="Marcador de contenido 4">
            <a:extLst>
              <a:ext uri="{FF2B5EF4-FFF2-40B4-BE49-F238E27FC236}">
                <a16:creationId xmlns:a16="http://schemas.microsoft.com/office/drawing/2014/main" id="{B1AA57D2-5C17-CC5F-1A36-99FD14EA7F8C}"/>
              </a:ext>
            </a:extLst>
          </p:cNvPr>
          <p:cNvSpPr>
            <a:spLocks noGrp="1"/>
          </p:cNvSpPr>
          <p:nvPr>
            <p:ph idx="1"/>
          </p:nvPr>
        </p:nvSpPr>
        <p:spPr>
          <a:xfrm>
            <a:off x="716861" y="136520"/>
            <a:ext cx="8229600" cy="5047248"/>
          </a:xfrm>
        </p:spPr>
        <p:txBody>
          <a:bodyPr/>
          <a:lstStyle/>
          <a:p>
            <a:pPr marL="0" indent="0">
              <a:buNone/>
            </a:pPr>
            <a:r>
              <a:rPr lang="es-MX" b="1" dirty="0"/>
              <a:t>	</a:t>
            </a:r>
            <a:r>
              <a:rPr lang="en-US" b="1" dirty="0"/>
              <a:t>Genetic algorithm to guide the search</a:t>
            </a:r>
            <a:endParaRPr lang="es-MX" b="1" dirty="0"/>
          </a:p>
        </p:txBody>
      </p:sp>
      <p:graphicFrame>
        <p:nvGraphicFramePr>
          <p:cNvPr id="7" name="Tabla 6">
            <a:extLst>
              <a:ext uri="{FF2B5EF4-FFF2-40B4-BE49-F238E27FC236}">
                <a16:creationId xmlns:a16="http://schemas.microsoft.com/office/drawing/2014/main" id="{3748D22C-D1CC-6D85-709A-CD22960ACF99}"/>
              </a:ext>
            </a:extLst>
          </p:cNvPr>
          <p:cNvGraphicFramePr>
            <a:graphicFrameLocks noGrp="1"/>
          </p:cNvGraphicFramePr>
          <p:nvPr>
            <p:extLst>
              <p:ext uri="{D42A27DB-BD31-4B8C-83A1-F6EECF244321}">
                <p14:modId xmlns:p14="http://schemas.microsoft.com/office/powerpoint/2010/main" val="1571881494"/>
              </p:ext>
            </p:extLst>
          </p:nvPr>
        </p:nvGraphicFramePr>
        <p:xfrm>
          <a:off x="931280" y="974506"/>
          <a:ext cx="7384177" cy="4908987"/>
        </p:xfrm>
        <a:graphic>
          <a:graphicData uri="http://schemas.openxmlformats.org/drawingml/2006/table">
            <a:tbl>
              <a:tblPr/>
              <a:tblGrid>
                <a:gridCol w="1569000">
                  <a:extLst>
                    <a:ext uri="{9D8B030D-6E8A-4147-A177-3AD203B41FA5}">
                      <a16:colId xmlns:a16="http://schemas.microsoft.com/office/drawing/2014/main" val="2525191581"/>
                    </a:ext>
                  </a:extLst>
                </a:gridCol>
                <a:gridCol w="5815177">
                  <a:extLst>
                    <a:ext uri="{9D8B030D-6E8A-4147-A177-3AD203B41FA5}">
                      <a16:colId xmlns:a16="http://schemas.microsoft.com/office/drawing/2014/main" val="3506161219"/>
                    </a:ext>
                  </a:extLst>
                </a:gridCol>
              </a:tblGrid>
              <a:tr h="521171">
                <a:tc>
                  <a:txBody>
                    <a:bodyPr/>
                    <a:lstStyle/>
                    <a:p>
                      <a:pPr algn="ctr" rtl="0" fontAlgn="b">
                        <a:buNone/>
                      </a:pPr>
                      <a:r>
                        <a:rPr lang="es-MX" b="1">
                          <a:effectLst/>
                        </a:rPr>
                        <a:t>Parameter / Component</a:t>
                      </a:r>
                    </a:p>
                  </a:txBody>
                  <a:tcPr marL="19050" marR="19050" marT="12700" marB="1270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C"/>
                    </a:solidFill>
                  </a:tcPr>
                </a:tc>
                <a:tc>
                  <a:txBody>
                    <a:bodyPr/>
                    <a:lstStyle/>
                    <a:p>
                      <a:pPr marL="0" indent="0" algn="ctr" rtl="0" fontAlgn="b">
                        <a:buFont typeface="+mj-lt"/>
                        <a:buNone/>
                      </a:pPr>
                      <a:r>
                        <a:rPr lang="es-MX" b="1" dirty="0" err="1">
                          <a:effectLst/>
                        </a:rPr>
                        <a:t>Proposed</a:t>
                      </a:r>
                      <a:r>
                        <a:rPr lang="es-MX" b="1" dirty="0">
                          <a:effectLst/>
                        </a:rPr>
                        <a:t> </a:t>
                      </a:r>
                      <a:r>
                        <a:rPr lang="es-MX" b="1" dirty="0" err="1">
                          <a:effectLst/>
                        </a:rPr>
                        <a:t>Configuration</a:t>
                      </a:r>
                      <a:endParaRPr lang="es-MX" b="1" dirty="0">
                        <a:effectLst/>
                      </a:endParaRPr>
                    </a:p>
                  </a:txBody>
                  <a:tcPr marL="0" marR="0" marT="12700" marB="1270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C"/>
                    </a:solidFill>
                  </a:tcPr>
                </a:tc>
                <a:extLst>
                  <a:ext uri="{0D108BD9-81ED-4DB2-BD59-A6C34878D82A}">
                    <a16:rowId xmlns:a16="http://schemas.microsoft.com/office/drawing/2014/main" val="2458674216"/>
                  </a:ext>
                </a:extLst>
              </a:tr>
              <a:tr h="257843">
                <a:tc>
                  <a:txBody>
                    <a:bodyPr/>
                    <a:lstStyle/>
                    <a:p>
                      <a:pPr algn="ctr" rtl="0" fontAlgn="b">
                        <a:buNone/>
                      </a:pPr>
                      <a:r>
                        <a:rPr lang="es-MX">
                          <a:effectLst/>
                        </a:rPr>
                        <a:t>Representation</a:t>
                      </a:r>
                    </a:p>
                  </a:txBody>
                  <a:tcPr marL="19050" marR="19050" marT="12700" marB="1270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rtl="0" fontAlgn="b">
                        <a:buNone/>
                      </a:pPr>
                      <a:r>
                        <a:rPr lang="en-US" b="1" dirty="0">
                          <a:effectLst/>
                        </a:rPr>
                        <a:t>Binary</a:t>
                      </a:r>
                      <a:r>
                        <a:rPr lang="en-US" dirty="0">
                          <a:effectLst/>
                        </a:rPr>
                        <a:t> (Chromosomes of length N)</a:t>
                      </a:r>
                    </a:p>
                  </a:txBody>
                  <a:tcPr marL="0" marR="0" marT="12700" marB="1270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extLst>
                  <a:ext uri="{0D108BD9-81ED-4DB2-BD59-A6C34878D82A}">
                    <a16:rowId xmlns:a16="http://schemas.microsoft.com/office/drawing/2014/main" val="1125074086"/>
                  </a:ext>
                </a:extLst>
              </a:tr>
              <a:tr h="499227">
                <a:tc>
                  <a:txBody>
                    <a:bodyPr/>
                    <a:lstStyle/>
                    <a:p>
                      <a:pPr algn="ctr" rtl="0" fontAlgn="b">
                        <a:buNone/>
                      </a:pPr>
                      <a:r>
                        <a:rPr lang="es-MX">
                          <a:effectLst/>
                        </a:rPr>
                        <a:t>Fitness Function</a:t>
                      </a:r>
                    </a:p>
                  </a:txBody>
                  <a:tcPr marL="19050" marR="19050" marT="12700" marB="1270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CF4"/>
                    </a:solidFill>
                  </a:tcPr>
                </a:tc>
                <a:tc>
                  <a:txBody>
                    <a:bodyPr/>
                    <a:lstStyle/>
                    <a:p>
                      <a:pPr algn="ctr" rtl="0" fontAlgn="b">
                        <a:buNone/>
                      </a:pPr>
                      <a:r>
                        <a:rPr lang="es-MX" dirty="0" err="1">
                          <a:effectLst/>
                        </a:rPr>
                        <a:t>Accuracy</a:t>
                      </a:r>
                      <a:r>
                        <a:rPr lang="es-MX" dirty="0">
                          <a:effectLst/>
                        </a:rPr>
                        <a:t> – </a:t>
                      </a:r>
                      <a:r>
                        <a:rPr lang="el-GR" dirty="0">
                          <a:effectLst/>
                        </a:rPr>
                        <a:t>λ(</a:t>
                      </a:r>
                      <a:r>
                        <a:rPr lang="es-MX" dirty="0">
                          <a:effectLst/>
                        </a:rPr>
                        <a:t>n/N)</a:t>
                      </a:r>
                    </a:p>
                  </a:txBody>
                  <a:tcPr marL="0" marR="0" marT="12700" marB="1270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CF4"/>
                    </a:solidFill>
                  </a:tcPr>
                </a:tc>
                <a:extLst>
                  <a:ext uri="{0D108BD9-81ED-4DB2-BD59-A6C34878D82A}">
                    <a16:rowId xmlns:a16="http://schemas.microsoft.com/office/drawing/2014/main" val="701705207"/>
                  </a:ext>
                </a:extLst>
              </a:tr>
              <a:tr h="504713">
                <a:tc>
                  <a:txBody>
                    <a:bodyPr/>
                    <a:lstStyle/>
                    <a:p>
                      <a:pPr algn="ctr" rtl="0" fontAlgn="b">
                        <a:buNone/>
                      </a:pPr>
                      <a:r>
                        <a:rPr lang="es-MX">
                          <a:effectLst/>
                        </a:rPr>
                        <a:t>Parent Selection</a:t>
                      </a:r>
                    </a:p>
                  </a:txBody>
                  <a:tcPr marL="19050" marR="19050" marT="12700" marB="1270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rtl="0" fontAlgn="b">
                        <a:buNone/>
                      </a:pPr>
                      <a:r>
                        <a:rPr lang="es-MX" b="1" dirty="0" err="1">
                          <a:effectLst/>
                        </a:rPr>
                        <a:t>Binary</a:t>
                      </a:r>
                      <a:r>
                        <a:rPr lang="es-MX" b="1" dirty="0">
                          <a:effectLst/>
                        </a:rPr>
                        <a:t> </a:t>
                      </a:r>
                      <a:r>
                        <a:rPr lang="es-MX" b="1" dirty="0" err="1">
                          <a:effectLst/>
                        </a:rPr>
                        <a:t>Tournament</a:t>
                      </a:r>
                      <a:endParaRPr lang="es-MX" b="1" dirty="0">
                        <a:effectLst/>
                      </a:endParaRPr>
                    </a:p>
                  </a:txBody>
                  <a:tcPr marL="0" marR="0" marT="12700" marB="1270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extLst>
                  <a:ext uri="{0D108BD9-81ED-4DB2-BD59-A6C34878D82A}">
                    <a16:rowId xmlns:a16="http://schemas.microsoft.com/office/drawing/2014/main" val="3825414666"/>
                  </a:ext>
                </a:extLst>
              </a:tr>
              <a:tr h="499227">
                <a:tc>
                  <a:txBody>
                    <a:bodyPr/>
                    <a:lstStyle/>
                    <a:p>
                      <a:pPr algn="ctr" rtl="0" fontAlgn="b">
                        <a:buNone/>
                      </a:pPr>
                      <a:r>
                        <a:rPr lang="es-MX">
                          <a:effectLst/>
                        </a:rPr>
                        <a:t>Crossover Operator</a:t>
                      </a:r>
                    </a:p>
                  </a:txBody>
                  <a:tcPr marL="19050" marR="19050" marT="12700" marB="1270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CF4"/>
                    </a:solidFill>
                  </a:tcPr>
                </a:tc>
                <a:tc>
                  <a:txBody>
                    <a:bodyPr/>
                    <a:lstStyle/>
                    <a:p>
                      <a:pPr algn="ctr" rtl="0" fontAlgn="b">
                        <a:buNone/>
                      </a:pPr>
                      <a:r>
                        <a:rPr lang="es-MX" b="1" dirty="0">
                          <a:effectLst/>
                        </a:rPr>
                        <a:t>Single-</a:t>
                      </a:r>
                      <a:r>
                        <a:rPr lang="es-MX" b="1" dirty="0" err="1">
                          <a:effectLst/>
                        </a:rPr>
                        <a:t>point</a:t>
                      </a:r>
                      <a:r>
                        <a:rPr lang="es-MX" b="1" dirty="0">
                          <a:effectLst/>
                        </a:rPr>
                        <a:t> Crossover</a:t>
                      </a:r>
                      <a:endParaRPr lang="es-MX" dirty="0">
                        <a:effectLst/>
                      </a:endParaRPr>
                    </a:p>
                  </a:txBody>
                  <a:tcPr marL="0" marR="0" marT="12700" marB="1270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CF4"/>
                    </a:solidFill>
                  </a:tcPr>
                </a:tc>
                <a:extLst>
                  <a:ext uri="{0D108BD9-81ED-4DB2-BD59-A6C34878D82A}">
                    <a16:rowId xmlns:a16="http://schemas.microsoft.com/office/drawing/2014/main" val="148496215"/>
                  </a:ext>
                </a:extLst>
              </a:tr>
              <a:tr h="504713">
                <a:tc>
                  <a:txBody>
                    <a:bodyPr/>
                    <a:lstStyle/>
                    <a:p>
                      <a:pPr algn="ctr" rtl="0" fontAlgn="b">
                        <a:buNone/>
                      </a:pPr>
                      <a:r>
                        <a:rPr lang="es-MX">
                          <a:effectLst/>
                        </a:rPr>
                        <a:t>Mutation Operator</a:t>
                      </a:r>
                    </a:p>
                  </a:txBody>
                  <a:tcPr marL="19050" marR="19050" marT="12700" marB="1270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rtl="0" fontAlgn="b">
                        <a:buNone/>
                      </a:pPr>
                      <a:r>
                        <a:rPr lang="es-MX" b="1" dirty="0">
                          <a:effectLst/>
                        </a:rPr>
                        <a:t>Bit-</a:t>
                      </a:r>
                      <a:r>
                        <a:rPr lang="es-MX" b="1" dirty="0" err="1">
                          <a:effectLst/>
                        </a:rPr>
                        <a:t>flip</a:t>
                      </a:r>
                      <a:r>
                        <a:rPr lang="es-MX" b="1" dirty="0">
                          <a:effectLst/>
                        </a:rPr>
                        <a:t> </a:t>
                      </a:r>
                      <a:r>
                        <a:rPr lang="es-MX" b="1" dirty="0" err="1">
                          <a:effectLst/>
                        </a:rPr>
                        <a:t>Mutation</a:t>
                      </a:r>
                      <a:endParaRPr lang="es-MX" dirty="0">
                        <a:effectLst/>
                      </a:endParaRPr>
                    </a:p>
                  </a:txBody>
                  <a:tcPr marL="0" marR="0" marT="12700" marB="1270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extLst>
                  <a:ext uri="{0D108BD9-81ED-4DB2-BD59-A6C34878D82A}">
                    <a16:rowId xmlns:a16="http://schemas.microsoft.com/office/drawing/2014/main" val="3075093016"/>
                  </a:ext>
                </a:extLst>
              </a:tr>
              <a:tr h="499227">
                <a:tc>
                  <a:txBody>
                    <a:bodyPr/>
                    <a:lstStyle/>
                    <a:p>
                      <a:pPr algn="ctr" rtl="0" fontAlgn="b">
                        <a:buNone/>
                      </a:pPr>
                      <a:r>
                        <a:rPr lang="es-MX">
                          <a:effectLst/>
                        </a:rPr>
                        <a:t>Elitism</a:t>
                      </a:r>
                    </a:p>
                  </a:txBody>
                  <a:tcPr marL="19050" marR="19050" marT="12700" marB="1270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CF4"/>
                    </a:solidFill>
                  </a:tcPr>
                </a:tc>
                <a:tc>
                  <a:txBody>
                    <a:bodyPr/>
                    <a:lstStyle/>
                    <a:p>
                      <a:pPr algn="ctr" rtl="0" fontAlgn="b">
                        <a:buNone/>
                      </a:pPr>
                      <a:r>
                        <a:rPr lang="en-US" b="1" dirty="0">
                          <a:effectLst/>
                        </a:rPr>
                        <a:t>Top 2 </a:t>
                      </a:r>
                      <a:r>
                        <a:rPr lang="en-US" dirty="0">
                          <a:effectLst/>
                        </a:rPr>
                        <a:t>individuals pass directly to the next generation</a:t>
                      </a:r>
                    </a:p>
                  </a:txBody>
                  <a:tcPr marL="0" marR="0" marT="12700" marB="1270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CF4"/>
                    </a:solidFill>
                  </a:tcPr>
                </a:tc>
                <a:extLst>
                  <a:ext uri="{0D108BD9-81ED-4DB2-BD59-A6C34878D82A}">
                    <a16:rowId xmlns:a16="http://schemas.microsoft.com/office/drawing/2014/main" val="3363311615"/>
                  </a:ext>
                </a:extLst>
              </a:tr>
              <a:tr h="1239840">
                <a:tc>
                  <a:txBody>
                    <a:bodyPr/>
                    <a:lstStyle/>
                    <a:p>
                      <a:pPr algn="ctr" rtl="0" fontAlgn="b">
                        <a:buNone/>
                      </a:pPr>
                      <a:r>
                        <a:rPr lang="es-MX">
                          <a:effectLst/>
                        </a:rPr>
                        <a:t>Replacement Mechanism</a:t>
                      </a:r>
                    </a:p>
                  </a:txBody>
                  <a:tcPr marL="19050" marR="19050" marT="12700" marB="1270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D0D7E8"/>
                    </a:solidFill>
                  </a:tcPr>
                </a:tc>
                <a:tc>
                  <a:txBody>
                    <a:bodyPr/>
                    <a:lstStyle/>
                    <a:p>
                      <a:pPr algn="ctr" rtl="0" fontAlgn="b">
                        <a:buNone/>
                      </a:pPr>
                      <a:r>
                        <a:rPr lang="en-US" dirty="0">
                          <a:effectLst/>
                        </a:rPr>
                        <a:t>Generational with Elitism: Offspring replace the previous population while strictly preserving the best individuals to prevent the loss of optimal solutions.</a:t>
                      </a:r>
                    </a:p>
                  </a:txBody>
                  <a:tcPr marL="0" marR="0" marT="12700" marB="1270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D0D7E8"/>
                    </a:solidFill>
                  </a:tcPr>
                </a:tc>
                <a:extLst>
                  <a:ext uri="{0D108BD9-81ED-4DB2-BD59-A6C34878D82A}">
                    <a16:rowId xmlns:a16="http://schemas.microsoft.com/office/drawing/2014/main" val="1869900609"/>
                  </a:ext>
                </a:extLst>
              </a:tr>
            </a:tbl>
          </a:graphicData>
        </a:graphic>
      </p:graphicFrame>
    </p:spTree>
    <p:extLst>
      <p:ext uri="{BB962C8B-B14F-4D97-AF65-F5344CB8AC3E}">
        <p14:creationId xmlns:p14="http://schemas.microsoft.com/office/powerpoint/2010/main" val="3794743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BBA65-A4F5-9D6B-9C6F-E5D4EF5CE197}"/>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01E2901B-1915-3089-A537-272A28313161}"/>
              </a:ext>
            </a:extLst>
          </p:cNvPr>
          <p:cNvSpPr>
            <a:spLocks noGrp="1"/>
          </p:cNvSpPr>
          <p:nvPr>
            <p:ph type="sldNum" sz="quarter" idx="8"/>
          </p:nvPr>
        </p:nvSpPr>
        <p:spPr/>
        <p:txBody>
          <a:bodyPr/>
          <a:lstStyle/>
          <a:p>
            <a:pPr lvl="0"/>
            <a:fld id="{A20C4BF6-2150-487F-8C1E-23E793CAFD15}" type="slidenum">
              <a:rPr lang="es-MX" smtClean="0"/>
              <a:t>10</a:t>
            </a:fld>
            <a:endParaRPr lang="es-MX"/>
          </a:p>
        </p:txBody>
      </p:sp>
      <p:sp>
        <p:nvSpPr>
          <p:cNvPr id="5" name="Título 1">
            <a:extLst>
              <a:ext uri="{FF2B5EF4-FFF2-40B4-BE49-F238E27FC236}">
                <a16:creationId xmlns:a16="http://schemas.microsoft.com/office/drawing/2014/main" id="{CC4C422A-F8D3-FC5C-0EF5-1A8AE7341AD6}"/>
              </a:ext>
            </a:extLst>
          </p:cNvPr>
          <p:cNvSpPr>
            <a:spLocks noGrp="1"/>
          </p:cNvSpPr>
          <p:nvPr>
            <p:ph type="title"/>
          </p:nvPr>
        </p:nvSpPr>
        <p:spPr>
          <a:xfrm>
            <a:off x="457199" y="-258726"/>
            <a:ext cx="8229600" cy="1143000"/>
          </a:xfrm>
        </p:spPr>
        <p:txBody>
          <a:bodyPr>
            <a:normAutofit/>
          </a:bodyPr>
          <a:lstStyle/>
          <a:p>
            <a:r>
              <a:rPr lang="es-MX" sz="3600" b="1" dirty="0" err="1">
                <a:latin typeface="Times New Roman" panose="02020603050405020304" pitchFamily="18" charset="0"/>
                <a:cs typeface="Times New Roman" panose="02020603050405020304" pitchFamily="18" charset="0"/>
              </a:rPr>
              <a:t>Calibration</a:t>
            </a:r>
            <a:r>
              <a:rPr lang="es-MX" sz="3600" b="1" dirty="0">
                <a:latin typeface="Times New Roman" panose="02020603050405020304" pitchFamily="18" charset="0"/>
                <a:cs typeface="Times New Roman" panose="02020603050405020304" pitchFamily="18" charset="0"/>
              </a:rPr>
              <a:t> </a:t>
            </a:r>
            <a:r>
              <a:rPr lang="es-MX" sz="3600" b="1" dirty="0" err="1">
                <a:latin typeface="Times New Roman" panose="02020603050405020304" pitchFamily="18" charset="0"/>
                <a:cs typeface="Times New Roman" panose="02020603050405020304" pitchFamily="18" charset="0"/>
              </a:rPr>
              <a:t>frame</a:t>
            </a:r>
            <a:endParaRPr lang="es-MX" sz="3600" b="1" dirty="0">
              <a:latin typeface="Times New Roman" panose="02020603050405020304" pitchFamily="18" charset="0"/>
              <a:cs typeface="Times New Roman" panose="02020603050405020304" pitchFamily="18" charset="0"/>
            </a:endParaRPr>
          </a:p>
        </p:txBody>
      </p:sp>
      <p:pic>
        <p:nvPicPr>
          <p:cNvPr id="8" name="Imagen 7">
            <a:extLst>
              <a:ext uri="{FF2B5EF4-FFF2-40B4-BE49-F238E27FC236}">
                <a16:creationId xmlns:a16="http://schemas.microsoft.com/office/drawing/2014/main" id="{8DF43794-BE00-E683-C65F-31150CB617F6}"/>
              </a:ext>
            </a:extLst>
          </p:cNvPr>
          <p:cNvPicPr>
            <a:picLocks noChangeAspect="1"/>
          </p:cNvPicPr>
          <p:nvPr/>
        </p:nvPicPr>
        <p:blipFill>
          <a:blip r:embed="rId3"/>
          <a:stretch>
            <a:fillRect/>
          </a:stretch>
        </p:blipFill>
        <p:spPr>
          <a:xfrm>
            <a:off x="1851539" y="636634"/>
            <a:ext cx="5403850" cy="2952750"/>
          </a:xfrm>
          <a:prstGeom prst="rect">
            <a:avLst/>
          </a:prstGeom>
        </p:spPr>
      </p:pic>
      <p:graphicFrame>
        <p:nvGraphicFramePr>
          <p:cNvPr id="9" name="Tabla 8">
            <a:extLst>
              <a:ext uri="{FF2B5EF4-FFF2-40B4-BE49-F238E27FC236}">
                <a16:creationId xmlns:a16="http://schemas.microsoft.com/office/drawing/2014/main" id="{210A11EC-EC0C-3D45-9CF5-8C1E5B9881A7}"/>
              </a:ext>
            </a:extLst>
          </p:cNvPr>
          <p:cNvGraphicFramePr>
            <a:graphicFrameLocks noGrp="1"/>
          </p:cNvGraphicFramePr>
          <p:nvPr>
            <p:extLst>
              <p:ext uri="{D42A27DB-BD31-4B8C-83A1-F6EECF244321}">
                <p14:modId xmlns:p14="http://schemas.microsoft.com/office/powerpoint/2010/main" val="207004380"/>
              </p:ext>
            </p:extLst>
          </p:nvPr>
        </p:nvGraphicFramePr>
        <p:xfrm>
          <a:off x="1927654" y="4080899"/>
          <a:ext cx="5403850" cy="1714500"/>
        </p:xfrm>
        <a:graphic>
          <a:graphicData uri="http://schemas.openxmlformats.org/drawingml/2006/table">
            <a:tbl>
              <a:tblPr/>
              <a:tblGrid>
                <a:gridCol w="1829650">
                  <a:extLst>
                    <a:ext uri="{9D8B030D-6E8A-4147-A177-3AD203B41FA5}">
                      <a16:colId xmlns:a16="http://schemas.microsoft.com/office/drawing/2014/main" val="4164587299"/>
                    </a:ext>
                  </a:extLst>
                </a:gridCol>
                <a:gridCol w="3574200">
                  <a:extLst>
                    <a:ext uri="{9D8B030D-6E8A-4147-A177-3AD203B41FA5}">
                      <a16:colId xmlns:a16="http://schemas.microsoft.com/office/drawing/2014/main" val="3179142548"/>
                    </a:ext>
                  </a:extLst>
                </a:gridCol>
              </a:tblGrid>
              <a:tr h="311150">
                <a:tc>
                  <a:txBody>
                    <a:bodyPr/>
                    <a:lstStyle/>
                    <a:p>
                      <a:pPr algn="ctr" rtl="0" fontAlgn="ctr">
                        <a:buNone/>
                      </a:pPr>
                      <a:r>
                        <a:rPr lang="es-MX" sz="2000" b="1" i="0" u="none" strike="noStrike">
                          <a:solidFill>
                            <a:srgbClr val="FFFFFF"/>
                          </a:solidFill>
                          <a:effectLst/>
                          <a:latin typeface="Calibri" panose="020F0502020204030204" pitchFamily="34" charset="0"/>
                        </a:rPr>
                        <a:t>Parameter</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C"/>
                    </a:solidFill>
                  </a:tcPr>
                </a:tc>
                <a:tc>
                  <a:txBody>
                    <a:bodyPr/>
                    <a:lstStyle/>
                    <a:p>
                      <a:pPr algn="ctr" rtl="0" fontAlgn="ctr">
                        <a:buNone/>
                      </a:pPr>
                      <a:r>
                        <a:rPr lang="es-MX" sz="2000" b="1" i="0" u="none" strike="noStrike" dirty="0" err="1">
                          <a:solidFill>
                            <a:srgbClr val="FFFFFF"/>
                          </a:solidFill>
                          <a:effectLst/>
                          <a:latin typeface="Calibri" panose="020F0502020204030204" pitchFamily="34" charset="0"/>
                        </a:rPr>
                        <a:t>Values</a:t>
                      </a:r>
                      <a:endParaRPr lang="es-MX" sz="2000" b="1" i="0" u="none" strike="noStrike" dirty="0">
                        <a:solidFill>
                          <a:srgbClr val="FFFFFF"/>
                        </a:solidFill>
                        <a:effectLst/>
                        <a:latin typeface="Calibri" panose="020F050202020403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C"/>
                    </a:solidFill>
                  </a:tcPr>
                </a:tc>
                <a:extLst>
                  <a:ext uri="{0D108BD9-81ED-4DB2-BD59-A6C34878D82A}">
                    <a16:rowId xmlns:a16="http://schemas.microsoft.com/office/drawing/2014/main" val="1076883894"/>
                  </a:ext>
                </a:extLst>
              </a:tr>
              <a:tr h="266700">
                <a:tc>
                  <a:txBody>
                    <a:bodyPr/>
                    <a:lstStyle/>
                    <a:p>
                      <a:pPr algn="ctr" rtl="0" fontAlgn="t">
                        <a:buNone/>
                      </a:pPr>
                      <a:r>
                        <a:rPr lang="es-MX" sz="1800" b="0" i="0" u="none" strike="noStrike">
                          <a:solidFill>
                            <a:srgbClr val="000000"/>
                          </a:solidFill>
                          <a:effectLst/>
                          <a:latin typeface="Arial" panose="020B0604020202020204" pitchFamily="34" charset="0"/>
                        </a:rPr>
                        <a:t>n_gen</a:t>
                      </a: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rtl="0" fontAlgn="t">
                        <a:buNone/>
                      </a:pPr>
                      <a:r>
                        <a:rPr lang="es-MX" sz="1800" b="1" i="0" u="none" strike="noStrike">
                          <a:solidFill>
                            <a:srgbClr val="000000"/>
                          </a:solidFill>
                          <a:effectLst/>
                          <a:latin typeface="Arial" panose="020B0604020202020204" pitchFamily="34" charset="0"/>
                        </a:rPr>
                        <a:t>94</a:t>
                      </a: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extLst>
                  <a:ext uri="{0D108BD9-81ED-4DB2-BD59-A6C34878D82A}">
                    <a16:rowId xmlns:a16="http://schemas.microsoft.com/office/drawing/2014/main" val="2601688472"/>
                  </a:ext>
                </a:extLst>
              </a:tr>
              <a:tr h="266700">
                <a:tc>
                  <a:txBody>
                    <a:bodyPr/>
                    <a:lstStyle/>
                    <a:p>
                      <a:pPr algn="ctr" rtl="0" fontAlgn="t">
                        <a:buNone/>
                      </a:pPr>
                      <a:r>
                        <a:rPr lang="es-MX" sz="1800" b="0" i="0" u="none" strike="noStrike">
                          <a:solidFill>
                            <a:srgbClr val="000000"/>
                          </a:solidFill>
                          <a:effectLst/>
                          <a:latin typeface="Arial" panose="020B0604020202020204" pitchFamily="34" charset="0"/>
                        </a:rPr>
                        <a:t>popSize</a:t>
                      </a: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CF4"/>
                    </a:solidFill>
                  </a:tcPr>
                </a:tc>
                <a:tc>
                  <a:txBody>
                    <a:bodyPr/>
                    <a:lstStyle/>
                    <a:p>
                      <a:pPr algn="ctr" rtl="0" fontAlgn="t">
                        <a:buNone/>
                      </a:pPr>
                      <a:r>
                        <a:rPr lang="es-MX" sz="1800" b="1" i="0" u="none" strike="noStrike">
                          <a:solidFill>
                            <a:srgbClr val="000000"/>
                          </a:solidFill>
                          <a:effectLst/>
                          <a:latin typeface="Arial" panose="020B0604020202020204" pitchFamily="34" charset="0"/>
                        </a:rPr>
                        <a:t>64</a:t>
                      </a: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CF4"/>
                    </a:solidFill>
                  </a:tcPr>
                </a:tc>
                <a:extLst>
                  <a:ext uri="{0D108BD9-81ED-4DB2-BD59-A6C34878D82A}">
                    <a16:rowId xmlns:a16="http://schemas.microsoft.com/office/drawing/2014/main" val="2151944410"/>
                  </a:ext>
                </a:extLst>
              </a:tr>
              <a:tr h="266700">
                <a:tc>
                  <a:txBody>
                    <a:bodyPr/>
                    <a:lstStyle/>
                    <a:p>
                      <a:pPr algn="ctr" rtl="0" fontAlgn="t">
                        <a:buNone/>
                      </a:pPr>
                      <a:r>
                        <a:rPr lang="es-MX" sz="1800" b="0" i="0" u="none" strike="noStrike">
                          <a:solidFill>
                            <a:srgbClr val="000000"/>
                          </a:solidFill>
                          <a:effectLst/>
                          <a:latin typeface="Arial" panose="020B0604020202020204" pitchFamily="34" charset="0"/>
                        </a:rPr>
                        <a:t>p_cruza</a:t>
                      </a: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rtl="0" fontAlgn="t">
                        <a:buNone/>
                      </a:pPr>
                      <a:r>
                        <a:rPr lang="es-MX" sz="1800" b="1" i="0" u="none" strike="noStrike">
                          <a:solidFill>
                            <a:srgbClr val="000000"/>
                          </a:solidFill>
                          <a:effectLst/>
                          <a:latin typeface="Arial" panose="020B0604020202020204" pitchFamily="34" charset="0"/>
                        </a:rPr>
                        <a:t>0.9</a:t>
                      </a: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extLst>
                  <a:ext uri="{0D108BD9-81ED-4DB2-BD59-A6C34878D82A}">
                    <a16:rowId xmlns:a16="http://schemas.microsoft.com/office/drawing/2014/main" val="2614500833"/>
                  </a:ext>
                </a:extLst>
              </a:tr>
              <a:tr h="266700">
                <a:tc>
                  <a:txBody>
                    <a:bodyPr/>
                    <a:lstStyle/>
                    <a:p>
                      <a:pPr algn="ctr" rtl="0" fontAlgn="t">
                        <a:buNone/>
                      </a:pPr>
                      <a:r>
                        <a:rPr lang="es-MX" sz="1800" b="0" i="0" u="none" strike="noStrike">
                          <a:solidFill>
                            <a:srgbClr val="000000"/>
                          </a:solidFill>
                          <a:effectLst/>
                          <a:latin typeface="Arial" panose="020B0604020202020204" pitchFamily="34" charset="0"/>
                        </a:rPr>
                        <a:t>p_mut</a:t>
                      </a: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CF4"/>
                    </a:solidFill>
                  </a:tcPr>
                </a:tc>
                <a:tc>
                  <a:txBody>
                    <a:bodyPr/>
                    <a:lstStyle/>
                    <a:p>
                      <a:pPr algn="ctr" rtl="0" fontAlgn="t">
                        <a:buNone/>
                      </a:pPr>
                      <a:r>
                        <a:rPr lang="es-MX" sz="1800" b="1" i="0" u="none" strike="noStrike">
                          <a:solidFill>
                            <a:srgbClr val="000000"/>
                          </a:solidFill>
                          <a:effectLst/>
                          <a:latin typeface="Arial" panose="020B0604020202020204" pitchFamily="34" charset="0"/>
                        </a:rPr>
                        <a:t>0.05</a:t>
                      </a: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CF4"/>
                    </a:solidFill>
                  </a:tcPr>
                </a:tc>
                <a:extLst>
                  <a:ext uri="{0D108BD9-81ED-4DB2-BD59-A6C34878D82A}">
                    <a16:rowId xmlns:a16="http://schemas.microsoft.com/office/drawing/2014/main" val="2219736519"/>
                  </a:ext>
                </a:extLst>
              </a:tr>
              <a:tr h="266700">
                <a:tc>
                  <a:txBody>
                    <a:bodyPr/>
                    <a:lstStyle/>
                    <a:p>
                      <a:pPr algn="ctr" rtl="0" fontAlgn="t">
                        <a:buNone/>
                      </a:pPr>
                      <a:r>
                        <a:rPr lang="es-MX" sz="1800" b="0" i="0" u="none" strike="noStrike">
                          <a:solidFill>
                            <a:srgbClr val="000000"/>
                          </a:solidFill>
                          <a:effectLst/>
                          <a:latin typeface="Arial" panose="020B0604020202020204" pitchFamily="34" charset="0"/>
                        </a:rPr>
                        <a:t>lambda</a:t>
                      </a: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rtl="0" fontAlgn="t">
                        <a:buNone/>
                      </a:pPr>
                      <a:r>
                        <a:rPr lang="es-MX" sz="1800" b="1" i="0" u="none" strike="noStrike" dirty="0">
                          <a:solidFill>
                            <a:srgbClr val="000000"/>
                          </a:solidFill>
                          <a:effectLst/>
                          <a:latin typeface="Arial" panose="020B0604020202020204" pitchFamily="34" charset="0"/>
                        </a:rPr>
                        <a:t>0.01</a:t>
                      </a: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extLst>
                  <a:ext uri="{0D108BD9-81ED-4DB2-BD59-A6C34878D82A}">
                    <a16:rowId xmlns:a16="http://schemas.microsoft.com/office/drawing/2014/main" val="2724898352"/>
                  </a:ext>
                </a:extLst>
              </a:tr>
            </a:tbl>
          </a:graphicData>
        </a:graphic>
      </p:graphicFrame>
    </p:spTree>
    <p:extLst>
      <p:ext uri="{BB962C8B-B14F-4D97-AF65-F5344CB8AC3E}">
        <p14:creationId xmlns:p14="http://schemas.microsoft.com/office/powerpoint/2010/main" val="18725718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681EC-20F9-EE36-C059-7512F3AD509E}"/>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E17DFD17-8F69-B704-FF42-CB19B3BDB4D7}"/>
              </a:ext>
            </a:extLst>
          </p:cNvPr>
          <p:cNvSpPr>
            <a:spLocks noGrp="1"/>
          </p:cNvSpPr>
          <p:nvPr>
            <p:ph type="sldNum" sz="quarter" idx="8"/>
          </p:nvPr>
        </p:nvSpPr>
        <p:spPr/>
        <p:txBody>
          <a:bodyPr/>
          <a:lstStyle/>
          <a:p>
            <a:pPr lvl="0"/>
            <a:fld id="{A20C4BF6-2150-487F-8C1E-23E793CAFD15}" type="slidenum">
              <a:rPr lang="es-MX" smtClean="0"/>
              <a:t>11</a:t>
            </a:fld>
            <a:endParaRPr lang="es-MX"/>
          </a:p>
        </p:txBody>
      </p:sp>
      <p:sp>
        <p:nvSpPr>
          <p:cNvPr id="6" name="Título 1">
            <a:extLst>
              <a:ext uri="{FF2B5EF4-FFF2-40B4-BE49-F238E27FC236}">
                <a16:creationId xmlns:a16="http://schemas.microsoft.com/office/drawing/2014/main" id="{43DD026E-9084-8A85-21E3-AD2E66AAC997}"/>
              </a:ext>
            </a:extLst>
          </p:cNvPr>
          <p:cNvSpPr>
            <a:spLocks noGrp="1"/>
          </p:cNvSpPr>
          <p:nvPr>
            <p:ph type="title"/>
          </p:nvPr>
        </p:nvSpPr>
        <p:spPr>
          <a:xfrm>
            <a:off x="457199" y="-258726"/>
            <a:ext cx="8229600" cy="1143000"/>
          </a:xfrm>
        </p:spPr>
        <p:txBody>
          <a:bodyPr>
            <a:normAutofit/>
          </a:bodyPr>
          <a:lstStyle/>
          <a:p>
            <a:r>
              <a:rPr lang="es-MX" sz="3600" b="1" dirty="0" err="1">
                <a:latin typeface="Times New Roman" panose="02020603050405020304" pitchFamily="18" charset="0"/>
                <a:cs typeface="Times New Roman" panose="02020603050405020304" pitchFamily="18" charset="0"/>
              </a:rPr>
              <a:t>Comparison</a:t>
            </a:r>
            <a:r>
              <a:rPr lang="es-MX" sz="3600" b="1" dirty="0">
                <a:latin typeface="Times New Roman" panose="02020603050405020304" pitchFamily="18" charset="0"/>
                <a:cs typeface="Times New Roman" panose="02020603050405020304" pitchFamily="18" charset="0"/>
              </a:rPr>
              <a:t> Chart</a:t>
            </a:r>
          </a:p>
        </p:txBody>
      </p:sp>
      <p:graphicFrame>
        <p:nvGraphicFramePr>
          <p:cNvPr id="7" name="Tabla 6">
            <a:extLst>
              <a:ext uri="{FF2B5EF4-FFF2-40B4-BE49-F238E27FC236}">
                <a16:creationId xmlns:a16="http://schemas.microsoft.com/office/drawing/2014/main" id="{D1D901A9-6681-BEF8-1608-59BB98253D0D}"/>
              </a:ext>
            </a:extLst>
          </p:cNvPr>
          <p:cNvGraphicFramePr>
            <a:graphicFrameLocks noGrp="1"/>
          </p:cNvGraphicFramePr>
          <p:nvPr>
            <p:extLst>
              <p:ext uri="{D42A27DB-BD31-4B8C-83A1-F6EECF244321}">
                <p14:modId xmlns:p14="http://schemas.microsoft.com/office/powerpoint/2010/main" val="2902705068"/>
              </p:ext>
            </p:extLst>
          </p:nvPr>
        </p:nvGraphicFramePr>
        <p:xfrm>
          <a:off x="1277368" y="884274"/>
          <a:ext cx="6582283" cy="5252999"/>
        </p:xfrm>
        <a:graphic>
          <a:graphicData uri="http://schemas.openxmlformats.org/drawingml/2006/table">
            <a:tbl>
              <a:tblPr/>
              <a:tblGrid>
                <a:gridCol w="1522068">
                  <a:extLst>
                    <a:ext uri="{9D8B030D-6E8A-4147-A177-3AD203B41FA5}">
                      <a16:colId xmlns:a16="http://schemas.microsoft.com/office/drawing/2014/main" val="1149169579"/>
                    </a:ext>
                  </a:extLst>
                </a:gridCol>
                <a:gridCol w="1642232">
                  <a:extLst>
                    <a:ext uri="{9D8B030D-6E8A-4147-A177-3AD203B41FA5}">
                      <a16:colId xmlns:a16="http://schemas.microsoft.com/office/drawing/2014/main" val="3585684806"/>
                    </a:ext>
                  </a:extLst>
                </a:gridCol>
                <a:gridCol w="1668937">
                  <a:extLst>
                    <a:ext uri="{9D8B030D-6E8A-4147-A177-3AD203B41FA5}">
                      <a16:colId xmlns:a16="http://schemas.microsoft.com/office/drawing/2014/main" val="737442260"/>
                    </a:ext>
                  </a:extLst>
                </a:gridCol>
                <a:gridCol w="1749046">
                  <a:extLst>
                    <a:ext uri="{9D8B030D-6E8A-4147-A177-3AD203B41FA5}">
                      <a16:colId xmlns:a16="http://schemas.microsoft.com/office/drawing/2014/main" val="2771067026"/>
                    </a:ext>
                  </a:extLst>
                </a:gridCol>
              </a:tblGrid>
              <a:tr h="515509">
                <a:tc>
                  <a:txBody>
                    <a:bodyPr/>
                    <a:lstStyle/>
                    <a:p>
                      <a:pPr algn="ctr" rtl="0" fontAlgn="ctr">
                        <a:buNone/>
                      </a:pPr>
                      <a:r>
                        <a:rPr lang="es-MX" sz="2000" b="1" i="0" u="none" strike="noStrike">
                          <a:solidFill>
                            <a:srgbClr val="000000"/>
                          </a:solidFill>
                          <a:effectLst/>
                          <a:latin typeface="Aptos" panose="020B0004020202020204" pitchFamily="34" charset="0"/>
                        </a:rPr>
                        <a:t>Method</a:t>
                      </a:r>
                    </a:p>
                  </a:txBody>
                  <a:tcPr marL="4160" marR="4160" marT="416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C"/>
                    </a:solidFill>
                  </a:tcPr>
                </a:tc>
                <a:tc>
                  <a:txBody>
                    <a:bodyPr/>
                    <a:lstStyle/>
                    <a:p>
                      <a:pPr algn="ctr" rtl="0" fontAlgn="ctr">
                        <a:buNone/>
                      </a:pPr>
                      <a:r>
                        <a:rPr lang="es-MX" sz="2000" b="1" i="0" u="none" strike="noStrike">
                          <a:solidFill>
                            <a:srgbClr val="000000"/>
                          </a:solidFill>
                          <a:effectLst/>
                          <a:latin typeface="Aptos" panose="020B0004020202020204" pitchFamily="34" charset="0"/>
                        </a:rPr>
                        <a:t>Model Type</a:t>
                      </a:r>
                    </a:p>
                  </a:txBody>
                  <a:tcPr marL="4160" marR="4160" marT="416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C"/>
                    </a:solidFill>
                  </a:tcPr>
                </a:tc>
                <a:tc>
                  <a:txBody>
                    <a:bodyPr/>
                    <a:lstStyle/>
                    <a:p>
                      <a:pPr algn="ctr" rtl="0" fontAlgn="ctr">
                        <a:buNone/>
                      </a:pPr>
                      <a:r>
                        <a:rPr lang="es-MX" sz="2000" b="1" i="0" u="none" strike="noStrike">
                          <a:solidFill>
                            <a:srgbClr val="000000"/>
                          </a:solidFill>
                          <a:effectLst/>
                          <a:latin typeface="Aptos" panose="020B0004020202020204" pitchFamily="34" charset="0"/>
                        </a:rPr>
                        <a:t>Non-linearty</a:t>
                      </a:r>
                    </a:p>
                  </a:txBody>
                  <a:tcPr marL="4160" marR="4160" marT="416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C"/>
                    </a:solidFill>
                  </a:tcPr>
                </a:tc>
                <a:tc>
                  <a:txBody>
                    <a:bodyPr/>
                    <a:lstStyle/>
                    <a:p>
                      <a:pPr algn="ctr" rtl="0" fontAlgn="ctr">
                        <a:buNone/>
                      </a:pPr>
                      <a:r>
                        <a:rPr lang="es-MX" sz="2000" b="1" i="0" u="none" strike="noStrike">
                          <a:solidFill>
                            <a:srgbClr val="000000"/>
                          </a:solidFill>
                          <a:effectLst/>
                          <a:latin typeface="Aptos" panose="020B0004020202020204" pitchFamily="34" charset="0"/>
                        </a:rPr>
                        <a:t>Visualization (Projections)</a:t>
                      </a:r>
                    </a:p>
                  </a:txBody>
                  <a:tcPr marL="4160" marR="4160" marT="416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C"/>
                    </a:solidFill>
                  </a:tcPr>
                </a:tc>
                <a:extLst>
                  <a:ext uri="{0D108BD9-81ED-4DB2-BD59-A6C34878D82A}">
                    <a16:rowId xmlns:a16="http://schemas.microsoft.com/office/drawing/2014/main" val="765171542"/>
                  </a:ext>
                </a:extLst>
              </a:tr>
              <a:tr h="253068">
                <a:tc>
                  <a:txBody>
                    <a:bodyPr/>
                    <a:lstStyle/>
                    <a:p>
                      <a:pPr algn="ctr" rtl="0" fontAlgn="ctr">
                        <a:buNone/>
                      </a:pPr>
                      <a:r>
                        <a:rPr lang="es-MX" sz="2000" b="0" i="0" u="none" strike="noStrike">
                          <a:solidFill>
                            <a:srgbClr val="000000"/>
                          </a:solidFill>
                          <a:effectLst/>
                          <a:latin typeface="Aptos" panose="020B0004020202020204" pitchFamily="34" charset="0"/>
                        </a:rPr>
                        <a:t>LDA</a:t>
                      </a:r>
                    </a:p>
                  </a:txBody>
                  <a:tcPr marL="4160" marR="4160" marT="416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rtl="0" fontAlgn="ctr">
                        <a:buNone/>
                      </a:pPr>
                      <a:r>
                        <a:rPr lang="es-MX" sz="2000" b="0" i="0" u="none" strike="noStrike">
                          <a:solidFill>
                            <a:srgbClr val="000000"/>
                          </a:solidFill>
                          <a:effectLst/>
                          <a:latin typeface="Aptos" panose="020B0004020202020204" pitchFamily="34" charset="0"/>
                        </a:rPr>
                        <a:t>Statistical</a:t>
                      </a:r>
                    </a:p>
                  </a:txBody>
                  <a:tcPr marL="4160" marR="4160" marT="416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rtl="0" fontAlgn="ctr">
                        <a:buNone/>
                      </a:pPr>
                      <a:r>
                        <a:rPr lang="es-MX" sz="2000" b="0" i="0" u="none" strike="noStrike">
                          <a:solidFill>
                            <a:srgbClr val="000000"/>
                          </a:solidFill>
                          <a:effectLst/>
                          <a:latin typeface="Aptos" panose="020B0004020202020204" pitchFamily="34" charset="0"/>
                        </a:rPr>
                        <a:t>Linear</a:t>
                      </a:r>
                    </a:p>
                  </a:txBody>
                  <a:tcPr marL="4160" marR="4160" marT="416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rtl="0" fontAlgn="ctr">
                        <a:buNone/>
                      </a:pPr>
                      <a:r>
                        <a:rPr lang="es-MX" sz="2000" b="0" i="0" u="none" strike="noStrike">
                          <a:solidFill>
                            <a:srgbClr val="000000"/>
                          </a:solidFill>
                          <a:effectLst/>
                          <a:latin typeface="Aptos" panose="020B0004020202020204" pitchFamily="34" charset="0"/>
                        </a:rPr>
                        <a:t>Yes</a:t>
                      </a:r>
                    </a:p>
                  </a:txBody>
                  <a:tcPr marL="4160" marR="4160" marT="416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extLst>
                  <a:ext uri="{0D108BD9-81ED-4DB2-BD59-A6C34878D82A}">
                    <a16:rowId xmlns:a16="http://schemas.microsoft.com/office/drawing/2014/main" val="2161940042"/>
                  </a:ext>
                </a:extLst>
              </a:tr>
              <a:tr h="492078">
                <a:tc>
                  <a:txBody>
                    <a:bodyPr/>
                    <a:lstStyle/>
                    <a:p>
                      <a:pPr algn="ctr" rtl="0" fontAlgn="ctr">
                        <a:buNone/>
                      </a:pPr>
                      <a:r>
                        <a:rPr lang="es-MX" sz="2000" b="0" i="0" u="none" strike="noStrike">
                          <a:solidFill>
                            <a:srgbClr val="000000"/>
                          </a:solidFill>
                          <a:effectLst/>
                          <a:latin typeface="Aptos" panose="020B0004020202020204" pitchFamily="34" charset="0"/>
                        </a:rPr>
                        <a:t>QDA</a:t>
                      </a:r>
                    </a:p>
                  </a:txBody>
                  <a:tcPr marL="4160" marR="4160" marT="416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4"/>
                    </a:solidFill>
                  </a:tcPr>
                </a:tc>
                <a:tc>
                  <a:txBody>
                    <a:bodyPr/>
                    <a:lstStyle/>
                    <a:p>
                      <a:pPr algn="ctr" rtl="0" fontAlgn="ctr">
                        <a:buNone/>
                      </a:pPr>
                      <a:r>
                        <a:rPr lang="es-MX" sz="2000" b="0" i="0" u="none" strike="noStrike">
                          <a:solidFill>
                            <a:srgbClr val="000000"/>
                          </a:solidFill>
                          <a:effectLst/>
                          <a:latin typeface="Aptos" panose="020B0004020202020204" pitchFamily="34" charset="0"/>
                        </a:rPr>
                        <a:t>Statistical</a:t>
                      </a:r>
                    </a:p>
                  </a:txBody>
                  <a:tcPr marL="4160" marR="4160" marT="416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4"/>
                    </a:solidFill>
                  </a:tcPr>
                </a:tc>
                <a:tc>
                  <a:txBody>
                    <a:bodyPr/>
                    <a:lstStyle/>
                    <a:p>
                      <a:pPr algn="ctr" rtl="0" fontAlgn="ctr">
                        <a:buNone/>
                      </a:pPr>
                      <a:r>
                        <a:rPr lang="es-MX" sz="2000" b="0" i="0" u="none" strike="noStrike">
                          <a:solidFill>
                            <a:srgbClr val="000000"/>
                          </a:solidFill>
                          <a:effectLst/>
                          <a:latin typeface="Aptos" panose="020B0004020202020204" pitchFamily="34" charset="0"/>
                        </a:rPr>
                        <a:t>Quadratic</a:t>
                      </a:r>
                    </a:p>
                  </a:txBody>
                  <a:tcPr marL="4160" marR="4160" marT="416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4"/>
                    </a:solidFill>
                  </a:tcPr>
                </a:tc>
                <a:tc>
                  <a:txBody>
                    <a:bodyPr/>
                    <a:lstStyle/>
                    <a:p>
                      <a:pPr algn="ctr" rtl="0" fontAlgn="ctr">
                        <a:buNone/>
                      </a:pPr>
                      <a:r>
                        <a:rPr lang="es-MX" sz="2000" b="0" i="0" u="none" strike="noStrike">
                          <a:solidFill>
                            <a:srgbClr val="000000"/>
                          </a:solidFill>
                          <a:effectLst/>
                          <a:latin typeface="Aptos" panose="020B0004020202020204" pitchFamily="34" charset="0"/>
                        </a:rPr>
                        <a:t>No</a:t>
                      </a:r>
                    </a:p>
                  </a:txBody>
                  <a:tcPr marL="4160" marR="4160" marT="416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4"/>
                    </a:solidFill>
                  </a:tcPr>
                </a:tc>
                <a:extLst>
                  <a:ext uri="{0D108BD9-81ED-4DB2-BD59-A6C34878D82A}">
                    <a16:rowId xmlns:a16="http://schemas.microsoft.com/office/drawing/2014/main" val="1224111836"/>
                  </a:ext>
                </a:extLst>
              </a:tr>
              <a:tr h="984154">
                <a:tc>
                  <a:txBody>
                    <a:bodyPr/>
                    <a:lstStyle/>
                    <a:p>
                      <a:pPr algn="ctr" rtl="0" fontAlgn="ctr">
                        <a:buNone/>
                      </a:pPr>
                      <a:r>
                        <a:rPr lang="es-MX" sz="2000" b="0" i="0" u="none" strike="noStrike">
                          <a:solidFill>
                            <a:srgbClr val="000000"/>
                          </a:solidFill>
                          <a:effectLst/>
                          <a:latin typeface="Aptos" panose="020B0004020202020204" pitchFamily="34" charset="0"/>
                        </a:rPr>
                        <a:t>SVM (Poly 2)</a:t>
                      </a:r>
                    </a:p>
                  </a:txBody>
                  <a:tcPr marL="4160" marR="4160" marT="416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rtl="0" fontAlgn="ctr">
                        <a:buNone/>
                      </a:pPr>
                      <a:r>
                        <a:rPr lang="es-MX" sz="2000" b="0" i="0" u="none" strike="noStrike">
                          <a:solidFill>
                            <a:srgbClr val="000000"/>
                          </a:solidFill>
                          <a:effectLst/>
                          <a:latin typeface="Aptos" panose="020B0004020202020204" pitchFamily="34" charset="0"/>
                        </a:rPr>
                        <a:t>Kernel-based</a:t>
                      </a:r>
                    </a:p>
                  </a:txBody>
                  <a:tcPr marL="4160" marR="4160" marT="416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rtl="0" fontAlgn="ctr">
                        <a:buNone/>
                      </a:pPr>
                      <a:r>
                        <a:rPr lang="es-MX" sz="2000" b="0" i="0" u="none" strike="noStrike">
                          <a:solidFill>
                            <a:srgbClr val="000000"/>
                          </a:solidFill>
                          <a:effectLst/>
                          <a:latin typeface="Aptos" panose="020B0004020202020204" pitchFamily="34" charset="0"/>
                        </a:rPr>
                        <a:t>Hilbert Space (Degree 2)</a:t>
                      </a:r>
                    </a:p>
                  </a:txBody>
                  <a:tcPr marL="4160" marR="4160" marT="416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rtl="0" fontAlgn="ctr">
                        <a:buNone/>
                      </a:pPr>
                      <a:r>
                        <a:rPr lang="es-MX" sz="2000" b="0" i="0" u="none" strike="noStrike">
                          <a:solidFill>
                            <a:srgbClr val="000000"/>
                          </a:solidFill>
                          <a:effectLst/>
                          <a:latin typeface="Aptos" panose="020B0004020202020204" pitchFamily="34" charset="0"/>
                        </a:rPr>
                        <a:t>No</a:t>
                      </a:r>
                    </a:p>
                  </a:txBody>
                  <a:tcPr marL="4160" marR="4160" marT="416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extLst>
                  <a:ext uri="{0D108BD9-81ED-4DB2-BD59-A6C34878D82A}">
                    <a16:rowId xmlns:a16="http://schemas.microsoft.com/office/drawing/2014/main" val="1398140257"/>
                  </a:ext>
                </a:extLst>
              </a:tr>
              <a:tr h="979468">
                <a:tc>
                  <a:txBody>
                    <a:bodyPr/>
                    <a:lstStyle/>
                    <a:p>
                      <a:pPr algn="ctr" rtl="0" fontAlgn="ctr">
                        <a:buNone/>
                      </a:pPr>
                      <a:r>
                        <a:rPr lang="es-MX" sz="2000" b="0" i="0" u="none" strike="noStrike">
                          <a:solidFill>
                            <a:srgbClr val="000000"/>
                          </a:solidFill>
                          <a:effectLst/>
                          <a:latin typeface="Aptos" panose="020B0004020202020204" pitchFamily="34" charset="0"/>
                        </a:rPr>
                        <a:t>SVM (Poly 3)</a:t>
                      </a:r>
                    </a:p>
                  </a:txBody>
                  <a:tcPr marL="4160" marR="4160" marT="416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4"/>
                    </a:solidFill>
                  </a:tcPr>
                </a:tc>
                <a:tc>
                  <a:txBody>
                    <a:bodyPr/>
                    <a:lstStyle/>
                    <a:p>
                      <a:pPr algn="ctr" rtl="0" fontAlgn="ctr">
                        <a:buNone/>
                      </a:pPr>
                      <a:r>
                        <a:rPr lang="es-MX" sz="2000" b="0" i="0" u="none" strike="noStrike">
                          <a:solidFill>
                            <a:srgbClr val="000000"/>
                          </a:solidFill>
                          <a:effectLst/>
                          <a:latin typeface="Aptos" panose="020B0004020202020204" pitchFamily="34" charset="0"/>
                        </a:rPr>
                        <a:t>Kernel-based</a:t>
                      </a:r>
                    </a:p>
                  </a:txBody>
                  <a:tcPr marL="4160" marR="4160" marT="416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4"/>
                    </a:solidFill>
                  </a:tcPr>
                </a:tc>
                <a:tc>
                  <a:txBody>
                    <a:bodyPr/>
                    <a:lstStyle/>
                    <a:p>
                      <a:pPr algn="ctr" rtl="0" fontAlgn="ctr">
                        <a:buNone/>
                      </a:pPr>
                      <a:r>
                        <a:rPr lang="es-MX" sz="2000" b="0" i="0" u="none" strike="noStrike">
                          <a:solidFill>
                            <a:srgbClr val="000000"/>
                          </a:solidFill>
                          <a:effectLst/>
                          <a:latin typeface="Aptos" panose="020B0004020202020204" pitchFamily="34" charset="0"/>
                        </a:rPr>
                        <a:t>Hilbert Space (Degree 3)</a:t>
                      </a:r>
                    </a:p>
                  </a:txBody>
                  <a:tcPr marL="4160" marR="4160" marT="416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4"/>
                    </a:solidFill>
                  </a:tcPr>
                </a:tc>
                <a:tc>
                  <a:txBody>
                    <a:bodyPr/>
                    <a:lstStyle/>
                    <a:p>
                      <a:pPr algn="ctr" rtl="0" fontAlgn="ctr">
                        <a:buNone/>
                      </a:pPr>
                      <a:r>
                        <a:rPr lang="es-MX" sz="2000" b="0" i="0" u="none" strike="noStrike">
                          <a:solidFill>
                            <a:srgbClr val="000000"/>
                          </a:solidFill>
                          <a:effectLst/>
                          <a:latin typeface="Aptos" panose="020B0004020202020204" pitchFamily="34" charset="0"/>
                        </a:rPr>
                        <a:t>No</a:t>
                      </a:r>
                    </a:p>
                  </a:txBody>
                  <a:tcPr marL="4160" marR="4160" marT="416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4"/>
                    </a:solidFill>
                  </a:tcPr>
                </a:tc>
                <a:extLst>
                  <a:ext uri="{0D108BD9-81ED-4DB2-BD59-A6C34878D82A}">
                    <a16:rowId xmlns:a16="http://schemas.microsoft.com/office/drawing/2014/main" val="837019795"/>
                  </a:ext>
                </a:extLst>
              </a:tr>
              <a:tr h="984154">
                <a:tc>
                  <a:txBody>
                    <a:bodyPr/>
                    <a:lstStyle/>
                    <a:p>
                      <a:pPr algn="ctr" rtl="0" fontAlgn="ctr">
                        <a:buNone/>
                      </a:pPr>
                      <a:r>
                        <a:rPr lang="es-MX" sz="2000" b="0" i="0" u="none" strike="noStrike">
                          <a:solidFill>
                            <a:srgbClr val="000000"/>
                          </a:solidFill>
                          <a:effectLst/>
                          <a:latin typeface="Aptos" panose="020B0004020202020204" pitchFamily="34" charset="0"/>
                        </a:rPr>
                        <a:t>SVM (RBF)</a:t>
                      </a:r>
                    </a:p>
                  </a:txBody>
                  <a:tcPr marL="4160" marR="4160" marT="416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rtl="0" fontAlgn="ctr">
                        <a:buNone/>
                      </a:pPr>
                      <a:r>
                        <a:rPr lang="es-MX" sz="2000" b="0" i="0" u="none" strike="noStrike">
                          <a:solidFill>
                            <a:srgbClr val="000000"/>
                          </a:solidFill>
                          <a:effectLst/>
                          <a:latin typeface="Aptos" panose="020B0004020202020204" pitchFamily="34" charset="0"/>
                        </a:rPr>
                        <a:t>Kernel-based</a:t>
                      </a:r>
                    </a:p>
                  </a:txBody>
                  <a:tcPr marL="4160" marR="4160" marT="416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rtl="0" fontAlgn="ctr">
                        <a:buNone/>
                      </a:pPr>
                      <a:r>
                        <a:rPr lang="es-MX" sz="2000" b="0" i="0" u="none" strike="noStrike">
                          <a:solidFill>
                            <a:srgbClr val="000000"/>
                          </a:solidFill>
                          <a:effectLst/>
                          <a:latin typeface="Aptos" panose="020B0004020202020204" pitchFamily="34" charset="0"/>
                        </a:rPr>
                        <a:t>Hilbert Space (Radial Basis)</a:t>
                      </a:r>
                    </a:p>
                  </a:txBody>
                  <a:tcPr marL="4160" marR="4160" marT="416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rtl="0" fontAlgn="ctr">
                        <a:buNone/>
                      </a:pPr>
                      <a:r>
                        <a:rPr lang="es-MX" sz="2000" b="0" i="0" u="none" strike="noStrike">
                          <a:solidFill>
                            <a:srgbClr val="000000"/>
                          </a:solidFill>
                          <a:effectLst/>
                          <a:latin typeface="Aptos" panose="020B0004020202020204" pitchFamily="34" charset="0"/>
                        </a:rPr>
                        <a:t>No</a:t>
                      </a:r>
                    </a:p>
                  </a:txBody>
                  <a:tcPr marL="4160" marR="4160" marT="416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extLst>
                  <a:ext uri="{0D108BD9-81ED-4DB2-BD59-A6C34878D82A}">
                    <a16:rowId xmlns:a16="http://schemas.microsoft.com/office/drawing/2014/main" val="4194803832"/>
                  </a:ext>
                </a:extLst>
              </a:tr>
              <a:tr h="890425">
                <a:tc>
                  <a:txBody>
                    <a:bodyPr/>
                    <a:lstStyle/>
                    <a:p>
                      <a:pPr algn="ctr" rtl="0" fontAlgn="ctr">
                        <a:buNone/>
                      </a:pPr>
                      <a:r>
                        <a:rPr lang="es-MX" sz="2000" b="0" i="0" u="none" strike="noStrike">
                          <a:solidFill>
                            <a:srgbClr val="000000"/>
                          </a:solidFill>
                          <a:effectLst/>
                          <a:latin typeface="Aptos" panose="020B0004020202020204" pitchFamily="34" charset="0"/>
                        </a:rPr>
                        <a:t>GNLPDA (Proposed)</a:t>
                      </a:r>
                    </a:p>
                  </a:txBody>
                  <a:tcPr marL="4160" marR="4160" marT="416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4"/>
                    </a:solidFill>
                  </a:tcPr>
                </a:tc>
                <a:tc>
                  <a:txBody>
                    <a:bodyPr/>
                    <a:lstStyle/>
                    <a:p>
                      <a:pPr algn="ctr" rtl="0" fontAlgn="ctr">
                        <a:buNone/>
                      </a:pPr>
                      <a:r>
                        <a:rPr lang="es-MX" sz="2000" b="0" i="0" u="none" strike="noStrike">
                          <a:solidFill>
                            <a:srgbClr val="000000"/>
                          </a:solidFill>
                          <a:effectLst/>
                          <a:latin typeface="Aptos" panose="020B0004020202020204" pitchFamily="34" charset="0"/>
                        </a:rPr>
                        <a:t>stocastic</a:t>
                      </a:r>
                    </a:p>
                  </a:txBody>
                  <a:tcPr marL="4160" marR="4160" marT="416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4"/>
                    </a:solidFill>
                  </a:tcPr>
                </a:tc>
                <a:tc>
                  <a:txBody>
                    <a:bodyPr/>
                    <a:lstStyle/>
                    <a:p>
                      <a:pPr algn="ctr" rtl="0" fontAlgn="ctr">
                        <a:buNone/>
                      </a:pPr>
                      <a:r>
                        <a:rPr lang="es-MX" sz="2000" b="0" i="0" u="none" strike="noStrike">
                          <a:solidFill>
                            <a:srgbClr val="000000"/>
                          </a:solidFill>
                          <a:effectLst/>
                          <a:latin typeface="Aptos" panose="020B0004020202020204" pitchFamily="34" charset="0"/>
                        </a:rPr>
                        <a:t>Non lineal</a:t>
                      </a:r>
                    </a:p>
                  </a:txBody>
                  <a:tcPr marL="4160" marR="4160" marT="416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4"/>
                    </a:solidFill>
                  </a:tcPr>
                </a:tc>
                <a:tc>
                  <a:txBody>
                    <a:bodyPr/>
                    <a:lstStyle/>
                    <a:p>
                      <a:pPr algn="ctr" rtl="0" fontAlgn="ctr">
                        <a:buNone/>
                      </a:pPr>
                      <a:r>
                        <a:rPr lang="es-MX" sz="2000" b="0" i="0" u="none" strike="noStrike" dirty="0">
                          <a:solidFill>
                            <a:srgbClr val="000000"/>
                          </a:solidFill>
                          <a:effectLst/>
                          <a:latin typeface="Aptos" panose="020B0004020202020204" pitchFamily="34" charset="0"/>
                        </a:rPr>
                        <a:t>Yes</a:t>
                      </a:r>
                    </a:p>
                  </a:txBody>
                  <a:tcPr marL="4160" marR="4160" marT="416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4"/>
                    </a:solidFill>
                  </a:tcPr>
                </a:tc>
                <a:extLst>
                  <a:ext uri="{0D108BD9-81ED-4DB2-BD59-A6C34878D82A}">
                    <a16:rowId xmlns:a16="http://schemas.microsoft.com/office/drawing/2014/main" val="203627592"/>
                  </a:ext>
                </a:extLst>
              </a:tr>
            </a:tbl>
          </a:graphicData>
        </a:graphic>
      </p:graphicFrame>
    </p:spTree>
    <p:extLst>
      <p:ext uri="{BB962C8B-B14F-4D97-AF65-F5344CB8AC3E}">
        <p14:creationId xmlns:p14="http://schemas.microsoft.com/office/powerpoint/2010/main" val="31136941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405DD-210D-A06B-7C33-DA2C8085AF71}"/>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25FB9500-E964-552B-A7D6-BCF7CCE5620C}"/>
              </a:ext>
            </a:extLst>
          </p:cNvPr>
          <p:cNvSpPr>
            <a:spLocks noGrp="1"/>
          </p:cNvSpPr>
          <p:nvPr>
            <p:ph type="sldNum" sz="quarter" idx="8"/>
          </p:nvPr>
        </p:nvSpPr>
        <p:spPr/>
        <p:txBody>
          <a:bodyPr/>
          <a:lstStyle/>
          <a:p>
            <a:pPr lvl="0"/>
            <a:fld id="{A20C4BF6-2150-487F-8C1E-23E793CAFD15}" type="slidenum">
              <a:rPr lang="es-MX" smtClean="0"/>
              <a:t>12</a:t>
            </a:fld>
            <a:endParaRPr lang="es-MX"/>
          </a:p>
        </p:txBody>
      </p:sp>
      <p:sp>
        <p:nvSpPr>
          <p:cNvPr id="5" name="Título 1">
            <a:extLst>
              <a:ext uri="{FF2B5EF4-FFF2-40B4-BE49-F238E27FC236}">
                <a16:creationId xmlns:a16="http://schemas.microsoft.com/office/drawing/2014/main" id="{44A8A694-569E-7313-4B17-978AB76C1404}"/>
              </a:ext>
            </a:extLst>
          </p:cNvPr>
          <p:cNvSpPr>
            <a:spLocks noGrp="1"/>
          </p:cNvSpPr>
          <p:nvPr>
            <p:ph type="title"/>
          </p:nvPr>
        </p:nvSpPr>
        <p:spPr>
          <a:xfrm>
            <a:off x="457199" y="-167984"/>
            <a:ext cx="8229600" cy="1143000"/>
          </a:xfrm>
        </p:spPr>
        <p:txBody>
          <a:bodyPr>
            <a:normAutofit/>
          </a:bodyPr>
          <a:lstStyle/>
          <a:p>
            <a:r>
              <a:rPr lang="es-MX" sz="3600" b="1" dirty="0" err="1">
                <a:latin typeface="Times New Roman" panose="02020603050405020304" pitchFamily="18" charset="0"/>
                <a:cs typeface="Times New Roman" panose="02020603050405020304" pitchFamily="18" charset="0"/>
              </a:rPr>
              <a:t>Datasets</a:t>
            </a:r>
            <a:endParaRPr lang="es-MX" sz="3600" b="1" dirty="0">
              <a:latin typeface="Times New Roman" panose="02020603050405020304" pitchFamily="18" charset="0"/>
              <a:cs typeface="Times New Roman" panose="02020603050405020304" pitchFamily="18" charset="0"/>
            </a:endParaRPr>
          </a:p>
        </p:txBody>
      </p:sp>
      <p:graphicFrame>
        <p:nvGraphicFramePr>
          <p:cNvPr id="8" name="Tabla 7">
            <a:extLst>
              <a:ext uri="{FF2B5EF4-FFF2-40B4-BE49-F238E27FC236}">
                <a16:creationId xmlns:a16="http://schemas.microsoft.com/office/drawing/2014/main" id="{C9C57AD7-5796-DC87-8C3B-461507A4C180}"/>
              </a:ext>
            </a:extLst>
          </p:cNvPr>
          <p:cNvGraphicFramePr>
            <a:graphicFrameLocks noGrp="1"/>
          </p:cNvGraphicFramePr>
          <p:nvPr>
            <p:extLst>
              <p:ext uri="{D42A27DB-BD31-4B8C-83A1-F6EECF244321}">
                <p14:modId xmlns:p14="http://schemas.microsoft.com/office/powerpoint/2010/main" val="1348708765"/>
              </p:ext>
            </p:extLst>
          </p:nvPr>
        </p:nvGraphicFramePr>
        <p:xfrm>
          <a:off x="1625187" y="1226888"/>
          <a:ext cx="5893625" cy="3519478"/>
        </p:xfrm>
        <a:graphic>
          <a:graphicData uri="http://schemas.openxmlformats.org/drawingml/2006/table">
            <a:tbl>
              <a:tblPr/>
              <a:tblGrid>
                <a:gridCol w="1954595">
                  <a:extLst>
                    <a:ext uri="{9D8B030D-6E8A-4147-A177-3AD203B41FA5}">
                      <a16:colId xmlns:a16="http://schemas.microsoft.com/office/drawing/2014/main" val="1859627239"/>
                    </a:ext>
                  </a:extLst>
                </a:gridCol>
                <a:gridCol w="1313010">
                  <a:extLst>
                    <a:ext uri="{9D8B030D-6E8A-4147-A177-3AD203B41FA5}">
                      <a16:colId xmlns:a16="http://schemas.microsoft.com/office/drawing/2014/main" val="901504104"/>
                    </a:ext>
                  </a:extLst>
                </a:gridCol>
                <a:gridCol w="1313010">
                  <a:extLst>
                    <a:ext uri="{9D8B030D-6E8A-4147-A177-3AD203B41FA5}">
                      <a16:colId xmlns:a16="http://schemas.microsoft.com/office/drawing/2014/main" val="1208195338"/>
                    </a:ext>
                  </a:extLst>
                </a:gridCol>
                <a:gridCol w="1313010">
                  <a:extLst>
                    <a:ext uri="{9D8B030D-6E8A-4147-A177-3AD203B41FA5}">
                      <a16:colId xmlns:a16="http://schemas.microsoft.com/office/drawing/2014/main" val="616355215"/>
                    </a:ext>
                  </a:extLst>
                </a:gridCol>
              </a:tblGrid>
              <a:tr h="359350">
                <a:tc>
                  <a:txBody>
                    <a:bodyPr/>
                    <a:lstStyle/>
                    <a:p>
                      <a:pPr algn="ctr" rtl="0" fontAlgn="ctr">
                        <a:buNone/>
                      </a:pPr>
                      <a:r>
                        <a:rPr lang="es-MX" sz="2400" b="1" i="0" u="none" strike="noStrike">
                          <a:solidFill>
                            <a:srgbClr val="FFFFFF"/>
                          </a:solidFill>
                          <a:effectLst/>
                          <a:latin typeface="Calibri" panose="020F0502020204030204" pitchFamily="34" charset="0"/>
                        </a:rPr>
                        <a:t>Dataset</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C"/>
                    </a:solidFill>
                  </a:tcPr>
                </a:tc>
                <a:tc>
                  <a:txBody>
                    <a:bodyPr/>
                    <a:lstStyle/>
                    <a:p>
                      <a:pPr algn="ctr" rtl="0" fontAlgn="ctr">
                        <a:buNone/>
                      </a:pPr>
                      <a:r>
                        <a:rPr lang="es-MX" sz="2400" b="1" i="0" u="none" strike="noStrike">
                          <a:solidFill>
                            <a:srgbClr val="FFFFFF"/>
                          </a:solidFill>
                          <a:effectLst/>
                          <a:latin typeface="Calibri" panose="020F0502020204030204" pitchFamily="34" charset="0"/>
                        </a:rPr>
                        <a:t>Samples</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C"/>
                    </a:solidFill>
                  </a:tcPr>
                </a:tc>
                <a:tc>
                  <a:txBody>
                    <a:bodyPr/>
                    <a:lstStyle/>
                    <a:p>
                      <a:pPr algn="ctr" rtl="0" fontAlgn="ctr">
                        <a:buNone/>
                      </a:pPr>
                      <a:r>
                        <a:rPr lang="es-MX" sz="2400" b="1" i="0" u="none" strike="noStrike">
                          <a:solidFill>
                            <a:srgbClr val="FFFFFF"/>
                          </a:solidFill>
                          <a:effectLst/>
                          <a:latin typeface="Calibri" panose="020F0502020204030204" pitchFamily="34" charset="0"/>
                        </a:rPr>
                        <a:t>Variables</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C"/>
                    </a:solidFill>
                  </a:tcPr>
                </a:tc>
                <a:tc>
                  <a:txBody>
                    <a:bodyPr/>
                    <a:lstStyle/>
                    <a:p>
                      <a:pPr algn="ctr" rtl="0" fontAlgn="ctr">
                        <a:buNone/>
                      </a:pPr>
                      <a:r>
                        <a:rPr lang="es-MX" sz="2400" b="1" i="0" u="none" strike="noStrike">
                          <a:solidFill>
                            <a:srgbClr val="FFFFFF"/>
                          </a:solidFill>
                          <a:effectLst/>
                          <a:latin typeface="Calibri" panose="020F0502020204030204" pitchFamily="34" charset="0"/>
                        </a:rPr>
                        <a:t>Class</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C"/>
                    </a:solidFill>
                  </a:tcPr>
                </a:tc>
                <a:extLst>
                  <a:ext uri="{0D108BD9-81ED-4DB2-BD59-A6C34878D82A}">
                    <a16:rowId xmlns:a16="http://schemas.microsoft.com/office/drawing/2014/main" val="3632427603"/>
                  </a:ext>
                </a:extLst>
              </a:tr>
              <a:tr h="319422">
                <a:tc>
                  <a:txBody>
                    <a:bodyPr/>
                    <a:lstStyle/>
                    <a:p>
                      <a:pPr algn="ctr" rtl="0" fontAlgn="t">
                        <a:buNone/>
                      </a:pPr>
                      <a:r>
                        <a:rPr lang="es-MX" sz="2000" b="0" i="0" u="none" strike="noStrike" dirty="0">
                          <a:solidFill>
                            <a:srgbClr val="000000"/>
                          </a:solidFill>
                          <a:effectLst/>
                          <a:latin typeface="Arial" panose="020B0604020202020204" pitchFamily="34" charset="0"/>
                        </a:rPr>
                        <a:t>iris</a:t>
                      </a: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rtl="0" fontAlgn="t">
                        <a:buNone/>
                      </a:pPr>
                      <a:r>
                        <a:rPr lang="es-MX" sz="2000" b="0" i="0" u="none" strike="noStrike">
                          <a:solidFill>
                            <a:srgbClr val="000000"/>
                          </a:solidFill>
                          <a:effectLst/>
                          <a:latin typeface="Arial" panose="020B0604020202020204" pitchFamily="34" charset="0"/>
                        </a:rPr>
                        <a:t>150</a:t>
                      </a: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rtl="0" fontAlgn="t">
                        <a:buNone/>
                      </a:pPr>
                      <a:r>
                        <a:rPr lang="es-MX" sz="2000" b="0" i="0" u="none" strike="noStrike">
                          <a:solidFill>
                            <a:srgbClr val="000000"/>
                          </a:solidFill>
                          <a:effectLst/>
                          <a:latin typeface="Arial" panose="020B0604020202020204" pitchFamily="34" charset="0"/>
                        </a:rPr>
                        <a:t>4</a:t>
                      </a: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rtl="0" fontAlgn="t">
                        <a:buNone/>
                      </a:pPr>
                      <a:r>
                        <a:rPr lang="es-MX" sz="2000" b="0" i="0" u="none" strike="noStrike">
                          <a:solidFill>
                            <a:srgbClr val="000000"/>
                          </a:solidFill>
                          <a:effectLst/>
                          <a:latin typeface="Arial" panose="020B0604020202020204" pitchFamily="34" charset="0"/>
                        </a:rPr>
                        <a:t>3</a:t>
                      </a: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extLst>
                  <a:ext uri="{0D108BD9-81ED-4DB2-BD59-A6C34878D82A}">
                    <a16:rowId xmlns:a16="http://schemas.microsoft.com/office/drawing/2014/main" val="833420144"/>
                  </a:ext>
                </a:extLst>
              </a:tr>
              <a:tr h="311436">
                <a:tc>
                  <a:txBody>
                    <a:bodyPr/>
                    <a:lstStyle/>
                    <a:p>
                      <a:pPr algn="ctr" rtl="0" fontAlgn="t">
                        <a:buNone/>
                      </a:pPr>
                      <a:r>
                        <a:rPr lang="es-MX" sz="2000" b="0" i="0" u="none" strike="noStrike">
                          <a:solidFill>
                            <a:srgbClr val="000000"/>
                          </a:solidFill>
                          <a:effectLst/>
                          <a:latin typeface="Arial" panose="020B0604020202020204" pitchFamily="34" charset="0"/>
                        </a:rPr>
                        <a:t>penguins</a:t>
                      </a: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3CCEB"/>
                    </a:solidFill>
                  </a:tcPr>
                </a:tc>
                <a:tc>
                  <a:txBody>
                    <a:bodyPr/>
                    <a:lstStyle/>
                    <a:p>
                      <a:pPr algn="ctr" rtl="0" fontAlgn="t">
                        <a:buNone/>
                      </a:pPr>
                      <a:r>
                        <a:rPr lang="es-MX" sz="2000" b="0" i="0" u="none" strike="noStrike">
                          <a:solidFill>
                            <a:srgbClr val="000000"/>
                          </a:solidFill>
                          <a:effectLst/>
                          <a:latin typeface="Arial" panose="020B0604020202020204" pitchFamily="34" charset="0"/>
                        </a:rPr>
                        <a:t>342</a:t>
                      </a: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3CCEB"/>
                    </a:solidFill>
                  </a:tcPr>
                </a:tc>
                <a:tc>
                  <a:txBody>
                    <a:bodyPr/>
                    <a:lstStyle/>
                    <a:p>
                      <a:pPr algn="ctr" rtl="0" fontAlgn="t">
                        <a:buNone/>
                      </a:pPr>
                      <a:r>
                        <a:rPr lang="es-MX" sz="2000" b="0" i="0" u="none" strike="noStrike">
                          <a:solidFill>
                            <a:srgbClr val="000000"/>
                          </a:solidFill>
                          <a:effectLst/>
                          <a:latin typeface="Arial" panose="020B0604020202020204" pitchFamily="34" charset="0"/>
                        </a:rPr>
                        <a:t>4</a:t>
                      </a: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3CCEB"/>
                    </a:solidFill>
                  </a:tcPr>
                </a:tc>
                <a:tc>
                  <a:txBody>
                    <a:bodyPr/>
                    <a:lstStyle/>
                    <a:p>
                      <a:pPr algn="ctr" rtl="0" fontAlgn="t">
                        <a:buNone/>
                      </a:pPr>
                      <a:r>
                        <a:rPr lang="es-MX" sz="2000" b="0" i="0" u="none" strike="noStrike">
                          <a:solidFill>
                            <a:srgbClr val="000000"/>
                          </a:solidFill>
                          <a:effectLst/>
                          <a:latin typeface="Arial" panose="020B0604020202020204" pitchFamily="34" charset="0"/>
                        </a:rPr>
                        <a:t>3</a:t>
                      </a: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3CCEB"/>
                    </a:solidFill>
                  </a:tcPr>
                </a:tc>
                <a:extLst>
                  <a:ext uri="{0D108BD9-81ED-4DB2-BD59-A6C34878D82A}">
                    <a16:rowId xmlns:a16="http://schemas.microsoft.com/office/drawing/2014/main" val="1743474673"/>
                  </a:ext>
                </a:extLst>
              </a:tr>
              <a:tr h="319422">
                <a:tc>
                  <a:txBody>
                    <a:bodyPr/>
                    <a:lstStyle/>
                    <a:p>
                      <a:pPr algn="ctr" rtl="0" fontAlgn="t">
                        <a:buNone/>
                      </a:pPr>
                      <a:r>
                        <a:rPr lang="es-MX" sz="2000" b="0" i="0" u="none" strike="noStrike">
                          <a:solidFill>
                            <a:srgbClr val="000000"/>
                          </a:solidFill>
                          <a:effectLst/>
                          <a:latin typeface="Arial" panose="020B0604020202020204" pitchFamily="34" charset="0"/>
                        </a:rPr>
                        <a:t>pimadiabetes</a:t>
                      </a: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rtl="0" fontAlgn="t">
                        <a:buNone/>
                      </a:pPr>
                      <a:r>
                        <a:rPr lang="es-MX" sz="2000" b="0" i="0" u="none" strike="noStrike">
                          <a:solidFill>
                            <a:srgbClr val="000000"/>
                          </a:solidFill>
                          <a:effectLst/>
                          <a:latin typeface="Arial" panose="020B0604020202020204" pitchFamily="34" charset="0"/>
                        </a:rPr>
                        <a:t>768</a:t>
                      </a: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rtl="0" fontAlgn="t">
                        <a:buNone/>
                      </a:pPr>
                      <a:r>
                        <a:rPr lang="es-MX" sz="2000" b="0" i="0" u="none" strike="noStrike">
                          <a:solidFill>
                            <a:srgbClr val="000000"/>
                          </a:solidFill>
                          <a:effectLst/>
                          <a:latin typeface="Arial" panose="020B0604020202020204" pitchFamily="34" charset="0"/>
                        </a:rPr>
                        <a:t>8</a:t>
                      </a: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rtl="0" fontAlgn="t">
                        <a:buNone/>
                      </a:pPr>
                      <a:r>
                        <a:rPr lang="es-MX" sz="2000" b="0" i="0" u="none" strike="noStrike">
                          <a:solidFill>
                            <a:srgbClr val="000000"/>
                          </a:solidFill>
                          <a:effectLst/>
                          <a:latin typeface="Arial" panose="020B0604020202020204" pitchFamily="34" charset="0"/>
                        </a:rPr>
                        <a:t>2</a:t>
                      </a: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extLst>
                  <a:ext uri="{0D108BD9-81ED-4DB2-BD59-A6C34878D82A}">
                    <a16:rowId xmlns:a16="http://schemas.microsoft.com/office/drawing/2014/main" val="1708594230"/>
                  </a:ext>
                </a:extLst>
              </a:tr>
              <a:tr h="311436">
                <a:tc>
                  <a:txBody>
                    <a:bodyPr/>
                    <a:lstStyle/>
                    <a:p>
                      <a:pPr algn="ctr" rtl="0" fontAlgn="t">
                        <a:buNone/>
                      </a:pPr>
                      <a:r>
                        <a:rPr lang="es-MX" sz="2000" b="0" i="0" u="none" strike="noStrike">
                          <a:solidFill>
                            <a:srgbClr val="000000"/>
                          </a:solidFill>
                          <a:effectLst/>
                          <a:latin typeface="Arial" panose="020B0604020202020204" pitchFamily="34" charset="0"/>
                        </a:rPr>
                        <a:t>wines</a:t>
                      </a: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CF4"/>
                    </a:solidFill>
                  </a:tcPr>
                </a:tc>
                <a:tc>
                  <a:txBody>
                    <a:bodyPr/>
                    <a:lstStyle/>
                    <a:p>
                      <a:pPr algn="ctr" rtl="0" fontAlgn="t">
                        <a:buNone/>
                      </a:pPr>
                      <a:r>
                        <a:rPr lang="es-MX" sz="2000" b="0" i="0" u="none" strike="noStrike">
                          <a:solidFill>
                            <a:srgbClr val="000000"/>
                          </a:solidFill>
                          <a:effectLst/>
                          <a:latin typeface="Arial" panose="020B0604020202020204" pitchFamily="34" charset="0"/>
                        </a:rPr>
                        <a:t>178</a:t>
                      </a: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CF4"/>
                    </a:solidFill>
                  </a:tcPr>
                </a:tc>
                <a:tc>
                  <a:txBody>
                    <a:bodyPr/>
                    <a:lstStyle/>
                    <a:p>
                      <a:pPr algn="ctr" rtl="0" fontAlgn="t">
                        <a:buNone/>
                      </a:pPr>
                      <a:r>
                        <a:rPr lang="es-MX" sz="2000" b="0" i="0" u="none" strike="noStrike">
                          <a:solidFill>
                            <a:srgbClr val="000000"/>
                          </a:solidFill>
                          <a:effectLst/>
                          <a:latin typeface="Arial" panose="020B0604020202020204" pitchFamily="34" charset="0"/>
                        </a:rPr>
                        <a:t>13</a:t>
                      </a: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CF4"/>
                    </a:solidFill>
                  </a:tcPr>
                </a:tc>
                <a:tc>
                  <a:txBody>
                    <a:bodyPr/>
                    <a:lstStyle/>
                    <a:p>
                      <a:pPr algn="ctr" rtl="0" fontAlgn="t">
                        <a:buNone/>
                      </a:pPr>
                      <a:r>
                        <a:rPr lang="es-MX" sz="2000" b="0" i="0" u="none" strike="noStrike">
                          <a:solidFill>
                            <a:srgbClr val="000000"/>
                          </a:solidFill>
                          <a:effectLst/>
                          <a:latin typeface="Arial" panose="020B0604020202020204" pitchFamily="34" charset="0"/>
                        </a:rPr>
                        <a:t>3</a:t>
                      </a: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CF4"/>
                    </a:solidFill>
                  </a:tcPr>
                </a:tc>
                <a:extLst>
                  <a:ext uri="{0D108BD9-81ED-4DB2-BD59-A6C34878D82A}">
                    <a16:rowId xmlns:a16="http://schemas.microsoft.com/office/drawing/2014/main" val="304726690"/>
                  </a:ext>
                </a:extLst>
              </a:tr>
              <a:tr h="319422">
                <a:tc>
                  <a:txBody>
                    <a:bodyPr/>
                    <a:lstStyle/>
                    <a:p>
                      <a:pPr algn="ctr" rtl="0" fontAlgn="t">
                        <a:buNone/>
                      </a:pPr>
                      <a:r>
                        <a:rPr lang="es-MX" sz="2000" b="0" i="0" u="none" strike="noStrike">
                          <a:solidFill>
                            <a:srgbClr val="000000"/>
                          </a:solidFill>
                          <a:effectLst/>
                          <a:latin typeface="Arial" panose="020B0604020202020204" pitchFamily="34" charset="0"/>
                        </a:rPr>
                        <a:t>Cebolla3D</a:t>
                      </a: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rtl="0" fontAlgn="t">
                        <a:buNone/>
                      </a:pPr>
                      <a:r>
                        <a:rPr lang="es-MX" sz="2000" b="0" i="0" u="none" strike="noStrike">
                          <a:solidFill>
                            <a:srgbClr val="000000"/>
                          </a:solidFill>
                          <a:effectLst/>
                          <a:latin typeface="Arial" panose="020B0604020202020204" pitchFamily="34" charset="0"/>
                        </a:rPr>
                        <a:t>300</a:t>
                      </a: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rtl="0" fontAlgn="t">
                        <a:buNone/>
                      </a:pPr>
                      <a:r>
                        <a:rPr lang="es-MX" sz="2000" b="0" i="0" u="none" strike="noStrike">
                          <a:solidFill>
                            <a:srgbClr val="000000"/>
                          </a:solidFill>
                          <a:effectLst/>
                          <a:latin typeface="Arial" panose="020B0604020202020204" pitchFamily="34" charset="0"/>
                        </a:rPr>
                        <a:t>3</a:t>
                      </a: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rtl="0" fontAlgn="t">
                        <a:buNone/>
                      </a:pPr>
                      <a:r>
                        <a:rPr lang="es-MX" sz="2000" b="0" i="0" u="none" strike="noStrike">
                          <a:solidFill>
                            <a:srgbClr val="000000"/>
                          </a:solidFill>
                          <a:effectLst/>
                          <a:latin typeface="Arial" panose="020B0604020202020204" pitchFamily="34" charset="0"/>
                        </a:rPr>
                        <a:t>3</a:t>
                      </a: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extLst>
                  <a:ext uri="{0D108BD9-81ED-4DB2-BD59-A6C34878D82A}">
                    <a16:rowId xmlns:a16="http://schemas.microsoft.com/office/drawing/2014/main" val="2953980940"/>
                  </a:ext>
                </a:extLst>
              </a:tr>
              <a:tr h="311436">
                <a:tc>
                  <a:txBody>
                    <a:bodyPr/>
                    <a:lstStyle/>
                    <a:p>
                      <a:pPr algn="ctr" rtl="0" fontAlgn="t">
                        <a:buNone/>
                      </a:pPr>
                      <a:r>
                        <a:rPr lang="es-MX" sz="2000" b="0" i="0" u="none" strike="noStrike">
                          <a:solidFill>
                            <a:srgbClr val="000000"/>
                          </a:solidFill>
                          <a:effectLst/>
                          <a:latin typeface="Arial" panose="020B0604020202020204" pitchFamily="34" charset="0"/>
                        </a:rPr>
                        <a:t>Cebolla10D</a:t>
                      </a: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3CCEB"/>
                    </a:solidFill>
                  </a:tcPr>
                </a:tc>
                <a:tc>
                  <a:txBody>
                    <a:bodyPr/>
                    <a:lstStyle/>
                    <a:p>
                      <a:pPr algn="ctr" rtl="0" fontAlgn="t">
                        <a:buNone/>
                      </a:pPr>
                      <a:r>
                        <a:rPr lang="es-MX" sz="2000" b="0" i="0" u="none" strike="noStrike">
                          <a:solidFill>
                            <a:srgbClr val="000000"/>
                          </a:solidFill>
                          <a:effectLst/>
                          <a:latin typeface="Arial" panose="020B0604020202020204" pitchFamily="34" charset="0"/>
                        </a:rPr>
                        <a:t>300</a:t>
                      </a: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3CCEB"/>
                    </a:solidFill>
                  </a:tcPr>
                </a:tc>
                <a:tc>
                  <a:txBody>
                    <a:bodyPr/>
                    <a:lstStyle/>
                    <a:p>
                      <a:pPr algn="ctr" rtl="0" fontAlgn="t">
                        <a:buNone/>
                      </a:pPr>
                      <a:r>
                        <a:rPr lang="es-MX" sz="2000" b="0" i="0" u="none" strike="noStrike">
                          <a:solidFill>
                            <a:srgbClr val="000000"/>
                          </a:solidFill>
                          <a:effectLst/>
                          <a:latin typeface="Arial" panose="020B0604020202020204" pitchFamily="34" charset="0"/>
                        </a:rPr>
                        <a:t>10</a:t>
                      </a: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3CCEB"/>
                    </a:solidFill>
                  </a:tcPr>
                </a:tc>
                <a:tc>
                  <a:txBody>
                    <a:bodyPr/>
                    <a:lstStyle/>
                    <a:p>
                      <a:pPr algn="ctr" rtl="0" fontAlgn="t">
                        <a:buNone/>
                      </a:pPr>
                      <a:r>
                        <a:rPr lang="es-MX" sz="2000" b="0" i="0" u="none" strike="noStrike">
                          <a:solidFill>
                            <a:srgbClr val="000000"/>
                          </a:solidFill>
                          <a:effectLst/>
                          <a:latin typeface="Arial" panose="020B0604020202020204" pitchFamily="34" charset="0"/>
                        </a:rPr>
                        <a:t>3</a:t>
                      </a: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3CCEB"/>
                    </a:solidFill>
                  </a:tcPr>
                </a:tc>
                <a:extLst>
                  <a:ext uri="{0D108BD9-81ED-4DB2-BD59-A6C34878D82A}">
                    <a16:rowId xmlns:a16="http://schemas.microsoft.com/office/drawing/2014/main" val="1730825437"/>
                  </a:ext>
                </a:extLst>
              </a:tr>
              <a:tr h="319422">
                <a:tc>
                  <a:txBody>
                    <a:bodyPr/>
                    <a:lstStyle/>
                    <a:p>
                      <a:pPr algn="ctr" rtl="0" fontAlgn="t">
                        <a:buNone/>
                      </a:pPr>
                      <a:r>
                        <a:rPr lang="es-MX" sz="2000" b="0" i="0" u="none" strike="noStrike">
                          <a:solidFill>
                            <a:srgbClr val="000000"/>
                          </a:solidFill>
                          <a:effectLst/>
                          <a:latin typeface="Arial" panose="020B0604020202020204" pitchFamily="34" charset="0"/>
                        </a:rPr>
                        <a:t>Cebolla20D</a:t>
                      </a: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rtl="0" fontAlgn="t">
                        <a:buNone/>
                      </a:pPr>
                      <a:r>
                        <a:rPr lang="es-MX" sz="2000" b="0" i="0" u="none" strike="noStrike">
                          <a:solidFill>
                            <a:srgbClr val="000000"/>
                          </a:solidFill>
                          <a:effectLst/>
                          <a:latin typeface="Arial" panose="020B0604020202020204" pitchFamily="34" charset="0"/>
                        </a:rPr>
                        <a:t>300</a:t>
                      </a: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rtl="0" fontAlgn="t">
                        <a:buNone/>
                      </a:pPr>
                      <a:r>
                        <a:rPr lang="es-MX" sz="2000" b="0" i="0" u="none" strike="noStrike">
                          <a:solidFill>
                            <a:srgbClr val="000000"/>
                          </a:solidFill>
                          <a:effectLst/>
                          <a:latin typeface="Arial" panose="020B0604020202020204" pitchFamily="34" charset="0"/>
                        </a:rPr>
                        <a:t>20</a:t>
                      </a: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rtl="0" fontAlgn="t">
                        <a:buNone/>
                      </a:pPr>
                      <a:r>
                        <a:rPr lang="es-MX" sz="2000" b="0" i="0" u="none" strike="noStrike">
                          <a:solidFill>
                            <a:srgbClr val="000000"/>
                          </a:solidFill>
                          <a:effectLst/>
                          <a:latin typeface="Arial" panose="020B0604020202020204" pitchFamily="34" charset="0"/>
                        </a:rPr>
                        <a:t>3</a:t>
                      </a: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extLst>
                  <a:ext uri="{0D108BD9-81ED-4DB2-BD59-A6C34878D82A}">
                    <a16:rowId xmlns:a16="http://schemas.microsoft.com/office/drawing/2014/main" val="1091961879"/>
                  </a:ext>
                </a:extLst>
              </a:tr>
              <a:tr h="614887">
                <a:tc>
                  <a:txBody>
                    <a:bodyPr/>
                    <a:lstStyle/>
                    <a:p>
                      <a:pPr algn="ctr" rtl="0" fontAlgn="t">
                        <a:buNone/>
                      </a:pPr>
                      <a:r>
                        <a:rPr lang="es-MX" sz="2000" b="0" i="0" u="none" strike="noStrike">
                          <a:solidFill>
                            <a:srgbClr val="000000"/>
                          </a:solidFill>
                          <a:effectLst/>
                          <a:latin typeface="Arial" panose="020B0604020202020204" pitchFamily="34" charset="0"/>
                        </a:rPr>
                        <a:t>Breast Cancer (WDBC)</a:t>
                      </a: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CF4"/>
                    </a:solidFill>
                  </a:tcPr>
                </a:tc>
                <a:tc>
                  <a:txBody>
                    <a:bodyPr/>
                    <a:lstStyle/>
                    <a:p>
                      <a:pPr algn="ctr" rtl="0" fontAlgn="t">
                        <a:buNone/>
                      </a:pPr>
                      <a:r>
                        <a:rPr lang="es-MX" sz="2000" b="0" i="0" u="none" strike="noStrike">
                          <a:solidFill>
                            <a:srgbClr val="000000"/>
                          </a:solidFill>
                          <a:effectLst/>
                          <a:latin typeface="Arial" panose="020B0604020202020204" pitchFamily="34" charset="0"/>
                        </a:rPr>
                        <a:t>569</a:t>
                      </a: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CF4"/>
                    </a:solidFill>
                  </a:tcPr>
                </a:tc>
                <a:tc>
                  <a:txBody>
                    <a:bodyPr/>
                    <a:lstStyle/>
                    <a:p>
                      <a:pPr algn="ctr" rtl="0" fontAlgn="t">
                        <a:buNone/>
                      </a:pPr>
                      <a:r>
                        <a:rPr lang="es-MX" sz="2000" b="0" i="0" u="none" strike="noStrike">
                          <a:solidFill>
                            <a:srgbClr val="000000"/>
                          </a:solidFill>
                          <a:effectLst/>
                          <a:latin typeface="Arial" panose="020B0604020202020204" pitchFamily="34" charset="0"/>
                        </a:rPr>
                        <a:t>30</a:t>
                      </a: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CF4"/>
                    </a:solidFill>
                  </a:tcPr>
                </a:tc>
                <a:tc>
                  <a:txBody>
                    <a:bodyPr/>
                    <a:lstStyle/>
                    <a:p>
                      <a:pPr algn="ctr" rtl="0" fontAlgn="t">
                        <a:buNone/>
                      </a:pPr>
                      <a:r>
                        <a:rPr lang="es-MX" sz="2000" b="0" i="0" u="none" strike="noStrike">
                          <a:solidFill>
                            <a:srgbClr val="000000"/>
                          </a:solidFill>
                          <a:effectLst/>
                          <a:latin typeface="Arial" panose="020B0604020202020204" pitchFamily="34" charset="0"/>
                        </a:rPr>
                        <a:t>2</a:t>
                      </a: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CF4"/>
                    </a:solidFill>
                  </a:tcPr>
                </a:tc>
                <a:extLst>
                  <a:ext uri="{0D108BD9-81ED-4DB2-BD59-A6C34878D82A}">
                    <a16:rowId xmlns:a16="http://schemas.microsoft.com/office/drawing/2014/main" val="1636084252"/>
                  </a:ext>
                </a:extLst>
              </a:tr>
              <a:tr h="319422">
                <a:tc>
                  <a:txBody>
                    <a:bodyPr/>
                    <a:lstStyle/>
                    <a:p>
                      <a:pPr algn="ctr" rtl="0" fontAlgn="t">
                        <a:buNone/>
                      </a:pPr>
                      <a:r>
                        <a:rPr lang="es-MX" sz="2000" b="0" i="0" u="none" strike="noStrike">
                          <a:solidFill>
                            <a:srgbClr val="000000"/>
                          </a:solidFill>
                          <a:effectLst/>
                          <a:latin typeface="Arial" panose="020B0604020202020204" pitchFamily="34" charset="0"/>
                        </a:rPr>
                        <a:t>Ionosphere</a:t>
                      </a: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3CCEB"/>
                    </a:solidFill>
                  </a:tcPr>
                </a:tc>
                <a:tc>
                  <a:txBody>
                    <a:bodyPr/>
                    <a:lstStyle/>
                    <a:p>
                      <a:pPr algn="ctr" rtl="0" fontAlgn="t">
                        <a:buNone/>
                      </a:pPr>
                      <a:r>
                        <a:rPr lang="es-MX" sz="2000" b="0" i="0" u="none" strike="noStrike" dirty="0">
                          <a:solidFill>
                            <a:srgbClr val="000000"/>
                          </a:solidFill>
                          <a:effectLst/>
                          <a:latin typeface="Arial" panose="020B0604020202020204" pitchFamily="34" charset="0"/>
                        </a:rPr>
                        <a:t>351</a:t>
                      </a: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3CCEB"/>
                    </a:solidFill>
                  </a:tcPr>
                </a:tc>
                <a:tc>
                  <a:txBody>
                    <a:bodyPr/>
                    <a:lstStyle/>
                    <a:p>
                      <a:pPr algn="ctr" rtl="0" fontAlgn="t">
                        <a:buNone/>
                      </a:pPr>
                      <a:r>
                        <a:rPr lang="es-MX" sz="2000" b="0" i="0" u="none" strike="noStrike" dirty="0">
                          <a:solidFill>
                            <a:srgbClr val="000000"/>
                          </a:solidFill>
                          <a:effectLst/>
                          <a:latin typeface="Arial" panose="020B0604020202020204" pitchFamily="34" charset="0"/>
                        </a:rPr>
                        <a:t>34</a:t>
                      </a: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3CCEB"/>
                    </a:solidFill>
                  </a:tcPr>
                </a:tc>
                <a:tc>
                  <a:txBody>
                    <a:bodyPr/>
                    <a:lstStyle/>
                    <a:p>
                      <a:pPr algn="ctr" rtl="0" fontAlgn="t">
                        <a:buNone/>
                      </a:pPr>
                      <a:r>
                        <a:rPr lang="es-MX" sz="2000" b="0" i="0" u="none" strike="noStrike" dirty="0">
                          <a:solidFill>
                            <a:srgbClr val="000000"/>
                          </a:solidFill>
                          <a:effectLst/>
                          <a:latin typeface="Arial" panose="020B0604020202020204" pitchFamily="34" charset="0"/>
                        </a:rPr>
                        <a:t>2</a:t>
                      </a: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3CCEB"/>
                    </a:solidFill>
                  </a:tcPr>
                </a:tc>
                <a:extLst>
                  <a:ext uri="{0D108BD9-81ED-4DB2-BD59-A6C34878D82A}">
                    <a16:rowId xmlns:a16="http://schemas.microsoft.com/office/drawing/2014/main" val="438719289"/>
                  </a:ext>
                </a:extLst>
              </a:tr>
            </a:tbl>
          </a:graphicData>
        </a:graphic>
      </p:graphicFrame>
    </p:spTree>
    <p:extLst>
      <p:ext uri="{BB962C8B-B14F-4D97-AF65-F5344CB8AC3E}">
        <p14:creationId xmlns:p14="http://schemas.microsoft.com/office/powerpoint/2010/main" val="1421683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BFECC-E5A4-EB2D-BAF1-FB1559EE9964}"/>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E97AC22C-1C9E-1639-26B5-1A40D259C2B6}"/>
              </a:ext>
            </a:extLst>
          </p:cNvPr>
          <p:cNvSpPr>
            <a:spLocks noGrp="1"/>
          </p:cNvSpPr>
          <p:nvPr>
            <p:ph type="sldNum" sz="quarter" idx="8"/>
          </p:nvPr>
        </p:nvSpPr>
        <p:spPr/>
        <p:txBody>
          <a:bodyPr/>
          <a:lstStyle/>
          <a:p>
            <a:pPr lvl="0"/>
            <a:fld id="{A20C4BF6-2150-487F-8C1E-23E793CAFD15}" type="slidenum">
              <a:rPr lang="es-MX" smtClean="0"/>
              <a:t>13</a:t>
            </a:fld>
            <a:endParaRPr lang="es-MX"/>
          </a:p>
        </p:txBody>
      </p:sp>
      <p:sp>
        <p:nvSpPr>
          <p:cNvPr id="6" name="Título 1">
            <a:extLst>
              <a:ext uri="{FF2B5EF4-FFF2-40B4-BE49-F238E27FC236}">
                <a16:creationId xmlns:a16="http://schemas.microsoft.com/office/drawing/2014/main" id="{99DB1AA8-0AB1-120F-3906-FDB1B0E4060F}"/>
              </a:ext>
            </a:extLst>
          </p:cNvPr>
          <p:cNvSpPr>
            <a:spLocks noGrp="1"/>
          </p:cNvSpPr>
          <p:nvPr>
            <p:ph type="title"/>
          </p:nvPr>
        </p:nvSpPr>
        <p:spPr>
          <a:xfrm>
            <a:off x="457199" y="-258726"/>
            <a:ext cx="8229600" cy="1143000"/>
          </a:xfrm>
        </p:spPr>
        <p:txBody>
          <a:bodyPr>
            <a:normAutofit/>
          </a:bodyPr>
          <a:lstStyle/>
          <a:p>
            <a:r>
              <a:rPr lang="es-MX" sz="3600" b="1" dirty="0">
                <a:latin typeface="Times New Roman" panose="02020603050405020304" pitchFamily="18" charset="0"/>
                <a:cs typeface="Times New Roman" panose="02020603050405020304" pitchFamily="18" charset="0"/>
              </a:rPr>
              <a:t>Experimental </a:t>
            </a:r>
            <a:r>
              <a:rPr lang="es-MX" sz="3600" b="1" dirty="0" err="1">
                <a:latin typeface="Times New Roman" panose="02020603050405020304" pitchFamily="18" charset="0"/>
                <a:cs typeface="Times New Roman" panose="02020603050405020304" pitchFamily="18" charset="0"/>
              </a:rPr>
              <a:t>Design</a:t>
            </a:r>
            <a:endParaRPr lang="es-MX" sz="3600" b="1" dirty="0">
              <a:latin typeface="Times New Roman" panose="02020603050405020304" pitchFamily="18" charset="0"/>
              <a:cs typeface="Times New Roman" panose="02020603050405020304" pitchFamily="18" charset="0"/>
            </a:endParaRPr>
          </a:p>
        </p:txBody>
      </p:sp>
      <p:sp>
        <p:nvSpPr>
          <p:cNvPr id="7" name="Marcador de contenido 2">
            <a:extLst>
              <a:ext uri="{FF2B5EF4-FFF2-40B4-BE49-F238E27FC236}">
                <a16:creationId xmlns:a16="http://schemas.microsoft.com/office/drawing/2014/main" id="{24BB6F85-51D7-A5E8-0ACB-7EA5547906D7}"/>
              </a:ext>
            </a:extLst>
          </p:cNvPr>
          <p:cNvSpPr txBox="1">
            <a:spLocks/>
          </p:cNvSpPr>
          <p:nvPr/>
        </p:nvSpPr>
        <p:spPr>
          <a:xfrm>
            <a:off x="204169" y="884274"/>
            <a:ext cx="8735662" cy="2006441"/>
          </a:xfrm>
          <a:prstGeom prst="rect">
            <a:avLst/>
          </a:prstGeom>
          <a:noFill/>
          <a:ln>
            <a:noFill/>
          </a:ln>
        </p:spPr>
        <p:txBody>
          <a:bodyPr vert="horz" wrap="square" lIns="91440" tIns="45720" rIns="91440" bIns="45720" anchor="t" anchorCtr="0" compatLnSpc="1">
            <a:normAutofit/>
          </a:bodyPr>
          <a:lstStyle>
            <a:lvl1pPr marL="342900" marR="0" lvl="0" indent="-342900" algn="l" defTabSz="457200" rtl="0" fontAlgn="auto" hangingPunct="1">
              <a:lnSpc>
                <a:spcPct val="100000"/>
              </a:lnSpc>
              <a:spcBef>
                <a:spcPts val="800"/>
              </a:spcBef>
              <a:spcAft>
                <a:spcPts val="0"/>
              </a:spcAft>
              <a:buSzPct val="100000"/>
              <a:buFont typeface="Arial"/>
              <a:buChar char="•"/>
              <a:tabLst/>
              <a:defRPr lang="es-ES" sz="3200" b="0" i="0" u="none" strike="noStrike" kern="1200" cap="none" spc="0" baseline="0">
                <a:solidFill>
                  <a:srgbClr val="000000"/>
                </a:solidFill>
                <a:uFillTx/>
                <a:latin typeface="Calibri"/>
              </a:defRPr>
            </a:lvl1pPr>
            <a:lvl2pPr marL="742950" marR="0" lvl="1" indent="-285750" algn="l" defTabSz="457200" rtl="0" fontAlgn="auto" hangingPunct="1">
              <a:lnSpc>
                <a:spcPct val="100000"/>
              </a:lnSpc>
              <a:spcBef>
                <a:spcPts val="700"/>
              </a:spcBef>
              <a:spcAft>
                <a:spcPts val="0"/>
              </a:spcAft>
              <a:buSzPct val="100000"/>
              <a:buFont typeface="Arial"/>
              <a:buChar char="–"/>
              <a:tabLst/>
              <a:defRPr lang="es-ES" sz="2800" b="0" i="0" u="none" strike="noStrike" kern="1200" cap="none" spc="0" baseline="0">
                <a:solidFill>
                  <a:srgbClr val="000000"/>
                </a:solidFill>
                <a:uFillTx/>
                <a:latin typeface="Calibri"/>
              </a:defRPr>
            </a:lvl2pPr>
            <a:lvl3pPr marL="1143000" marR="0" lvl="2" indent="-228600" algn="l" defTabSz="457200" rtl="0" fontAlgn="auto" hangingPunct="1">
              <a:lnSpc>
                <a:spcPct val="100000"/>
              </a:lnSpc>
              <a:spcBef>
                <a:spcPts val="600"/>
              </a:spcBef>
              <a:spcAft>
                <a:spcPts val="0"/>
              </a:spcAft>
              <a:buSzPct val="100000"/>
              <a:buFont typeface="Arial"/>
              <a:buChar char="•"/>
              <a:tabLst/>
              <a:defRPr lang="es-ES" sz="2400" b="0" i="0" u="none" strike="noStrike" kern="1200" cap="none" spc="0" baseline="0">
                <a:solidFill>
                  <a:srgbClr val="000000"/>
                </a:solidFill>
                <a:uFillTx/>
                <a:latin typeface="Calibri"/>
              </a:defRPr>
            </a:lvl3pPr>
            <a:lvl4pPr marL="1600200" marR="0" lvl="3" indent="-228600" algn="l" defTabSz="457200" rtl="0" fontAlgn="auto" hangingPunct="1">
              <a:lnSpc>
                <a:spcPct val="100000"/>
              </a:lnSpc>
              <a:spcBef>
                <a:spcPts val="500"/>
              </a:spcBef>
              <a:spcAft>
                <a:spcPts val="0"/>
              </a:spcAft>
              <a:buSzPct val="100000"/>
              <a:buFont typeface="Arial"/>
              <a:buChar char="–"/>
              <a:tabLst/>
              <a:defRPr lang="es-ES" sz="2000" b="0" i="0" u="none" strike="noStrike" kern="1200" cap="none" spc="0" baseline="0">
                <a:solidFill>
                  <a:srgbClr val="000000"/>
                </a:solidFill>
                <a:uFillTx/>
                <a:latin typeface="Calibri"/>
              </a:defRPr>
            </a:lvl4pPr>
            <a:lvl5pPr marL="2057400" marR="0" lvl="4" indent="-228600" algn="l" defTabSz="457200" rtl="0" fontAlgn="auto" hangingPunct="1">
              <a:lnSpc>
                <a:spcPct val="100000"/>
              </a:lnSpc>
              <a:spcBef>
                <a:spcPts val="500"/>
              </a:spcBef>
              <a:spcAft>
                <a:spcPts val="0"/>
              </a:spcAft>
              <a:buSzPct val="100000"/>
              <a:buFont typeface="Arial"/>
              <a:buChar char="»"/>
              <a:tabLst/>
              <a:defRPr lang="es-ES" sz="2000" b="0" i="0" u="none" strike="noStrike" kern="1200" cap="none" spc="0" baseline="0">
                <a:solidFill>
                  <a:srgbClr val="000000"/>
                </a:solidFill>
                <a:uFillTx/>
                <a:latin typeface="Calibri"/>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b="1" dirty="0">
                <a:latin typeface="Times New Roman" panose="02020603050405020304" pitchFamily="18" charset="0"/>
                <a:cs typeface="Times New Roman" panose="02020603050405020304" pitchFamily="18" charset="0"/>
              </a:rPr>
              <a:t>Validation Protocol</a:t>
            </a:r>
          </a:p>
          <a:p>
            <a:pPr>
              <a:buFontTx/>
              <a:buChar char="-"/>
            </a:pPr>
            <a:r>
              <a:rPr lang="en-US" sz="2000" dirty="0">
                <a:latin typeface="Times New Roman" panose="02020603050405020304" pitchFamily="18" charset="0"/>
                <a:cs typeface="Times New Roman" panose="02020603050405020304" pitchFamily="18" charset="0"/>
              </a:rPr>
              <a:t>GNLPDA (Stochastic): 30 independent runs X 10-fold cross-validation (N=30 and fixed seed).</a:t>
            </a:r>
          </a:p>
          <a:p>
            <a:pPr>
              <a:buFontTx/>
              <a:buChar char="-"/>
            </a:pPr>
            <a:r>
              <a:rPr lang="en-US" sz="2000" dirty="0">
                <a:latin typeface="Times New Roman" panose="02020603050405020304" pitchFamily="18" charset="0"/>
                <a:cs typeface="Times New Roman" panose="02020603050405020304" pitchFamily="18" charset="0"/>
              </a:rPr>
              <a:t>Reference (Deterministic): 1 run × 10-fold cross-validation (fixed seed).</a:t>
            </a:r>
          </a:p>
          <a:p>
            <a:pPr algn="ctr">
              <a:buFontTx/>
              <a:buChar char="-"/>
            </a:pPr>
            <a:endParaRPr lang="es-MX" sz="2200" dirty="0">
              <a:latin typeface="Times New Roman" panose="02020603050405020304" pitchFamily="18" charset="0"/>
              <a:cs typeface="Times New Roman" panose="02020603050405020304" pitchFamily="18" charset="0"/>
            </a:endParaRPr>
          </a:p>
        </p:txBody>
      </p:sp>
      <p:sp>
        <p:nvSpPr>
          <p:cNvPr id="9" name="CuadroTexto 8">
            <a:extLst>
              <a:ext uri="{FF2B5EF4-FFF2-40B4-BE49-F238E27FC236}">
                <a16:creationId xmlns:a16="http://schemas.microsoft.com/office/drawing/2014/main" id="{12C8FC54-DB2C-2C26-191B-2AC95F2A63DF}"/>
              </a:ext>
            </a:extLst>
          </p:cNvPr>
          <p:cNvSpPr txBox="1"/>
          <p:nvPr/>
        </p:nvSpPr>
        <p:spPr>
          <a:xfrm>
            <a:off x="2285999" y="2539571"/>
            <a:ext cx="4572000" cy="1600438"/>
          </a:xfrm>
          <a:prstGeom prst="rect">
            <a:avLst/>
          </a:prstGeom>
          <a:noFill/>
        </p:spPr>
        <p:txBody>
          <a:bodyPr wrap="square">
            <a:spAutoFit/>
          </a:bodyPr>
          <a:lstStyle/>
          <a:p>
            <a:pPr algn="ctr"/>
            <a:r>
              <a:rPr lang="en-US" sz="2000" b="1" dirty="0">
                <a:latin typeface="Times New Roman" panose="02020603050405020304" pitchFamily="18" charset="0"/>
                <a:cs typeface="Times New Roman" panose="02020603050405020304" pitchFamily="18" charset="0"/>
              </a:rPr>
              <a:t>Statistical Hypothesis</a:t>
            </a:r>
          </a:p>
          <a:p>
            <a:pPr algn="ctr"/>
            <a:endParaRPr lang="es-MX" dirty="0"/>
          </a:p>
          <a:p>
            <a:r>
              <a:rPr lang="es-MX" sz="2000" dirty="0"/>
              <a:t>H₀: </a:t>
            </a:r>
            <a:r>
              <a:rPr lang="es-MX" sz="2000" dirty="0" err="1"/>
              <a:t>Accuracy</a:t>
            </a:r>
            <a:r>
              <a:rPr lang="es-MX" sz="2000" dirty="0"/>
              <a:t>(GNLPDA) ≤ </a:t>
            </a:r>
            <a:r>
              <a:rPr lang="es-MX" sz="2000" dirty="0" err="1"/>
              <a:t>Accuracy</a:t>
            </a:r>
            <a:r>
              <a:rPr lang="es-MX" sz="2000" dirty="0"/>
              <a:t>(</a:t>
            </a:r>
            <a:r>
              <a:rPr lang="es-MX" sz="2000" dirty="0" err="1"/>
              <a:t>Ref</a:t>
            </a:r>
            <a:r>
              <a:rPr lang="es-MX" sz="2000" dirty="0"/>
              <a:t>)</a:t>
            </a:r>
            <a:br>
              <a:rPr lang="es-MX" sz="2000" dirty="0"/>
            </a:br>
            <a:br>
              <a:rPr lang="es-MX" sz="2000" dirty="0"/>
            </a:br>
            <a:r>
              <a:rPr lang="es-MX" sz="2000" dirty="0"/>
              <a:t>Hₐ: </a:t>
            </a:r>
            <a:r>
              <a:rPr lang="es-MX" sz="2000" dirty="0" err="1"/>
              <a:t>Accuracy</a:t>
            </a:r>
            <a:r>
              <a:rPr lang="es-MX" sz="2000" dirty="0"/>
              <a:t>(GNLPDA) &gt; </a:t>
            </a:r>
            <a:r>
              <a:rPr lang="es-MX" sz="2000" dirty="0" err="1"/>
              <a:t>Accuracy</a:t>
            </a:r>
            <a:r>
              <a:rPr lang="es-MX" sz="2000" dirty="0"/>
              <a:t>(</a:t>
            </a:r>
            <a:r>
              <a:rPr lang="es-MX" sz="2000" dirty="0" err="1"/>
              <a:t>Ref</a:t>
            </a:r>
            <a:r>
              <a:rPr lang="es-MX" sz="2000" dirty="0"/>
              <a:t>)</a:t>
            </a:r>
          </a:p>
        </p:txBody>
      </p:sp>
      <p:sp>
        <p:nvSpPr>
          <p:cNvPr id="10" name="CuadroTexto 9">
            <a:extLst>
              <a:ext uri="{FF2B5EF4-FFF2-40B4-BE49-F238E27FC236}">
                <a16:creationId xmlns:a16="http://schemas.microsoft.com/office/drawing/2014/main" id="{EEBBCCDA-F036-0A81-976C-82F4637350DE}"/>
              </a:ext>
            </a:extLst>
          </p:cNvPr>
          <p:cNvSpPr txBox="1"/>
          <p:nvPr/>
        </p:nvSpPr>
        <p:spPr>
          <a:xfrm>
            <a:off x="2223178" y="4198441"/>
            <a:ext cx="4572000" cy="400110"/>
          </a:xfrm>
          <a:prstGeom prst="rect">
            <a:avLst/>
          </a:prstGeom>
          <a:noFill/>
        </p:spPr>
        <p:txBody>
          <a:bodyPr wrap="square">
            <a:spAutoFit/>
          </a:bodyPr>
          <a:lstStyle/>
          <a:p>
            <a:pPr algn="ctr"/>
            <a:r>
              <a:rPr lang="en-US" sz="2000" b="1" dirty="0">
                <a:latin typeface="Times New Roman" panose="02020603050405020304" pitchFamily="18" charset="0"/>
                <a:cs typeface="Times New Roman" panose="02020603050405020304" pitchFamily="18" charset="0"/>
              </a:rPr>
              <a:t>Statistical inference</a:t>
            </a:r>
          </a:p>
        </p:txBody>
      </p:sp>
      <p:sp>
        <p:nvSpPr>
          <p:cNvPr id="11" name="CuadroTexto 10">
            <a:extLst>
              <a:ext uri="{FF2B5EF4-FFF2-40B4-BE49-F238E27FC236}">
                <a16:creationId xmlns:a16="http://schemas.microsoft.com/office/drawing/2014/main" id="{DE15B849-5D6D-22F9-9011-A0B502D9B082}"/>
              </a:ext>
            </a:extLst>
          </p:cNvPr>
          <p:cNvSpPr txBox="1"/>
          <p:nvPr/>
        </p:nvSpPr>
        <p:spPr>
          <a:xfrm>
            <a:off x="1574023" y="4598551"/>
            <a:ext cx="5995951" cy="1015663"/>
          </a:xfrm>
          <a:prstGeom prst="rect">
            <a:avLst/>
          </a:prstGeom>
          <a:noFill/>
        </p:spPr>
        <p:txBody>
          <a:bodyPr wrap="square">
            <a:spAutoFit/>
          </a:bodyPr>
          <a:lstStyle/>
          <a:p>
            <a:pPr algn="ctr"/>
            <a:r>
              <a:rPr lang="es-MX" sz="2000" dirty="0"/>
              <a:t>Test: Wilcoxon </a:t>
            </a:r>
            <a:r>
              <a:rPr lang="es-MX" sz="2000" dirty="0" err="1"/>
              <a:t>Signed</a:t>
            </a:r>
            <a:r>
              <a:rPr lang="es-MX" sz="2000" dirty="0"/>
              <a:t>-Rank (</a:t>
            </a:r>
            <a:r>
              <a:rPr lang="es-MX" sz="2000" dirty="0" err="1"/>
              <a:t>One-sided</a:t>
            </a:r>
            <a:r>
              <a:rPr lang="es-MX" sz="2000" dirty="0"/>
              <a:t>). </a:t>
            </a:r>
          </a:p>
          <a:p>
            <a:pPr algn="ctr"/>
            <a:endParaRPr lang="es-MX" sz="2000" dirty="0"/>
          </a:p>
          <a:p>
            <a:pPr algn="ctr"/>
            <a:r>
              <a:rPr lang="es-MX" sz="2000" dirty="0" err="1"/>
              <a:t>Confidence</a:t>
            </a:r>
            <a:r>
              <a:rPr lang="es-MX" sz="2000" dirty="0"/>
              <a:t> </a:t>
            </a:r>
            <a:r>
              <a:rPr lang="es-MX" sz="2000" dirty="0" err="1"/>
              <a:t>level</a:t>
            </a:r>
            <a:r>
              <a:rPr lang="es-MX" sz="2000" dirty="0"/>
              <a:t>: 95% (</a:t>
            </a:r>
            <a:r>
              <a:rPr lang="el-GR" sz="2000" dirty="0"/>
              <a:t>α</a:t>
            </a:r>
            <a:r>
              <a:rPr lang="es-MX" sz="2000" dirty="0"/>
              <a:t> = 0.05).</a:t>
            </a:r>
          </a:p>
        </p:txBody>
      </p:sp>
    </p:spTree>
    <p:extLst>
      <p:ext uri="{BB962C8B-B14F-4D97-AF65-F5344CB8AC3E}">
        <p14:creationId xmlns:p14="http://schemas.microsoft.com/office/powerpoint/2010/main" val="16873288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63452-97AF-4587-011C-DE9EECE02B67}"/>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9A5FE30E-CDB6-7801-0961-4E16AF75BF7C}"/>
              </a:ext>
            </a:extLst>
          </p:cNvPr>
          <p:cNvSpPr>
            <a:spLocks noGrp="1"/>
          </p:cNvSpPr>
          <p:nvPr>
            <p:ph type="sldNum" sz="quarter" idx="8"/>
          </p:nvPr>
        </p:nvSpPr>
        <p:spPr/>
        <p:txBody>
          <a:bodyPr/>
          <a:lstStyle/>
          <a:p>
            <a:pPr lvl="0"/>
            <a:fld id="{A20C4BF6-2150-487F-8C1E-23E793CAFD15}" type="slidenum">
              <a:rPr lang="es-MX" smtClean="0"/>
              <a:t>14</a:t>
            </a:fld>
            <a:endParaRPr lang="es-MX"/>
          </a:p>
        </p:txBody>
      </p:sp>
      <p:sp>
        <p:nvSpPr>
          <p:cNvPr id="5" name="Título 1">
            <a:extLst>
              <a:ext uri="{FF2B5EF4-FFF2-40B4-BE49-F238E27FC236}">
                <a16:creationId xmlns:a16="http://schemas.microsoft.com/office/drawing/2014/main" id="{A46C5464-1D95-6A47-564F-253012346983}"/>
              </a:ext>
            </a:extLst>
          </p:cNvPr>
          <p:cNvSpPr>
            <a:spLocks noGrp="1"/>
          </p:cNvSpPr>
          <p:nvPr>
            <p:ph type="title"/>
          </p:nvPr>
        </p:nvSpPr>
        <p:spPr>
          <a:xfrm>
            <a:off x="513040" y="-258726"/>
            <a:ext cx="8229600" cy="1143000"/>
          </a:xfrm>
        </p:spPr>
        <p:txBody>
          <a:bodyPr>
            <a:normAutofit/>
          </a:bodyPr>
          <a:lstStyle/>
          <a:p>
            <a:r>
              <a:rPr lang="es-MX" sz="3600" b="1" dirty="0" err="1">
                <a:latin typeface="Times New Roman" panose="02020603050405020304" pitchFamily="18" charset="0"/>
                <a:cs typeface="Times New Roman" panose="02020603050405020304" pitchFamily="18" charset="0"/>
              </a:rPr>
              <a:t>Preliminary</a:t>
            </a:r>
            <a:r>
              <a:rPr lang="es-MX" sz="3600" b="1" dirty="0">
                <a:latin typeface="Times New Roman" panose="02020603050405020304" pitchFamily="18" charset="0"/>
                <a:cs typeface="Times New Roman" panose="02020603050405020304" pitchFamily="18" charset="0"/>
              </a:rPr>
              <a:t> </a:t>
            </a:r>
            <a:r>
              <a:rPr lang="es-MX" sz="3600" b="1" dirty="0" err="1">
                <a:latin typeface="Times New Roman" panose="02020603050405020304" pitchFamily="18" charset="0"/>
                <a:cs typeface="Times New Roman" panose="02020603050405020304" pitchFamily="18" charset="0"/>
              </a:rPr>
              <a:t>results</a:t>
            </a:r>
            <a:endParaRPr lang="es-MX" sz="3600" b="1" dirty="0">
              <a:latin typeface="Times New Roman" panose="02020603050405020304" pitchFamily="18" charset="0"/>
              <a:cs typeface="Times New Roman" panose="02020603050405020304" pitchFamily="18" charset="0"/>
            </a:endParaRPr>
          </a:p>
        </p:txBody>
      </p:sp>
      <p:pic>
        <p:nvPicPr>
          <p:cNvPr id="8" name="Imagen 6" descr="Imagen que contiene Mapa&#10;&#10;El contenido generado por IA puede ser incorrecto.">
            <a:extLst>
              <a:ext uri="{FF2B5EF4-FFF2-40B4-BE49-F238E27FC236}">
                <a16:creationId xmlns:a16="http://schemas.microsoft.com/office/drawing/2014/main" id="{01FC9EDA-DD08-709D-F6F0-1C1F930B1BE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556" t="9354" r="4167" b="6667"/>
          <a:stretch>
            <a:fillRect/>
          </a:stretch>
        </p:blipFill>
        <p:spPr bwMode="auto">
          <a:xfrm>
            <a:off x="1824048" y="1191659"/>
            <a:ext cx="6021644" cy="4667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ítulo 1">
            <a:extLst>
              <a:ext uri="{FF2B5EF4-FFF2-40B4-BE49-F238E27FC236}">
                <a16:creationId xmlns:a16="http://schemas.microsoft.com/office/drawing/2014/main" id="{EEB228B3-5CB0-D730-A1FE-413F7B67A518}"/>
              </a:ext>
            </a:extLst>
          </p:cNvPr>
          <p:cNvSpPr txBox="1">
            <a:spLocks/>
          </p:cNvSpPr>
          <p:nvPr/>
        </p:nvSpPr>
        <p:spPr>
          <a:xfrm>
            <a:off x="672419" y="312774"/>
            <a:ext cx="8229600" cy="1143000"/>
          </a:xfrm>
          <a:prstGeom prst="rect">
            <a:avLst/>
          </a:prstGeom>
          <a:noFill/>
          <a:ln>
            <a:noFill/>
          </a:ln>
        </p:spPr>
        <p:txBody>
          <a:bodyPr vert="horz" wrap="square" lIns="91440" tIns="45720" rIns="91440" bIns="45720" anchor="ctr" anchorCtr="1" compatLnSpc="1">
            <a:normAutofit/>
          </a:bodyPr>
          <a:lstStyle>
            <a:lvl1pPr marL="0" marR="0" lvl="0" indent="0" algn="ctr" defTabSz="457200" rtl="0" fontAlgn="auto" hangingPunct="1">
              <a:lnSpc>
                <a:spcPct val="100000"/>
              </a:lnSpc>
              <a:spcBef>
                <a:spcPts val="0"/>
              </a:spcBef>
              <a:spcAft>
                <a:spcPts val="0"/>
              </a:spcAft>
              <a:buNone/>
              <a:tabLst/>
              <a:defRPr lang="es-ES" sz="4400" b="0" i="0" u="none" strike="noStrike" kern="1200" cap="none" spc="0" baseline="0">
                <a:solidFill>
                  <a:srgbClr val="000000"/>
                </a:solidFill>
                <a:uFillTx/>
                <a:latin typeface="Calibri"/>
              </a:defRPr>
            </a:lvl1pPr>
          </a:lstStyle>
          <a:p>
            <a:r>
              <a:rPr lang="es-MX" sz="2400" b="1" dirty="0">
                <a:latin typeface="Times New Roman" panose="02020603050405020304" pitchFamily="18" charset="0"/>
                <a:cs typeface="Times New Roman" panose="02020603050405020304" pitchFamily="18" charset="0"/>
              </a:rPr>
              <a:t>Case 1: Palmer </a:t>
            </a:r>
            <a:r>
              <a:rPr lang="es-MX" sz="2400" b="1" dirty="0" err="1">
                <a:latin typeface="Times New Roman" panose="02020603050405020304" pitchFamily="18" charset="0"/>
                <a:cs typeface="Times New Roman" panose="02020603050405020304" pitchFamily="18" charset="0"/>
              </a:rPr>
              <a:t>Penguins</a:t>
            </a:r>
            <a:endParaRPr lang="es-MX"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33317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426E6-594A-958A-DF30-658CA862179F}"/>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CF4AED8D-FC55-FAA9-B77C-E1D7EF49A503}"/>
              </a:ext>
            </a:extLst>
          </p:cNvPr>
          <p:cNvSpPr>
            <a:spLocks noGrp="1"/>
          </p:cNvSpPr>
          <p:nvPr>
            <p:ph type="sldNum" sz="quarter" idx="8"/>
          </p:nvPr>
        </p:nvSpPr>
        <p:spPr/>
        <p:txBody>
          <a:bodyPr/>
          <a:lstStyle/>
          <a:p>
            <a:pPr lvl="0"/>
            <a:fld id="{A20C4BF6-2150-487F-8C1E-23E793CAFD15}" type="slidenum">
              <a:rPr lang="es-MX" smtClean="0"/>
              <a:t>15</a:t>
            </a:fld>
            <a:endParaRPr lang="es-MX"/>
          </a:p>
        </p:txBody>
      </p:sp>
      <p:sp>
        <p:nvSpPr>
          <p:cNvPr id="5" name="Título 1">
            <a:extLst>
              <a:ext uri="{FF2B5EF4-FFF2-40B4-BE49-F238E27FC236}">
                <a16:creationId xmlns:a16="http://schemas.microsoft.com/office/drawing/2014/main" id="{BA1AC3CB-DCAD-B7C3-71E0-FBCF93627812}"/>
              </a:ext>
            </a:extLst>
          </p:cNvPr>
          <p:cNvSpPr>
            <a:spLocks noGrp="1"/>
          </p:cNvSpPr>
          <p:nvPr>
            <p:ph type="title"/>
          </p:nvPr>
        </p:nvSpPr>
        <p:spPr>
          <a:xfrm>
            <a:off x="582842" y="-258726"/>
            <a:ext cx="8229600" cy="1143000"/>
          </a:xfrm>
        </p:spPr>
        <p:txBody>
          <a:bodyPr>
            <a:normAutofit/>
          </a:bodyPr>
          <a:lstStyle/>
          <a:p>
            <a:r>
              <a:rPr lang="es-MX" sz="3600" b="1" dirty="0" err="1">
                <a:latin typeface="Times New Roman" panose="02020603050405020304" pitchFamily="18" charset="0"/>
                <a:cs typeface="Times New Roman" panose="02020603050405020304" pitchFamily="18" charset="0"/>
              </a:rPr>
              <a:t>Preliminary</a:t>
            </a:r>
            <a:r>
              <a:rPr lang="es-MX" sz="3600" b="1" dirty="0">
                <a:latin typeface="Times New Roman" panose="02020603050405020304" pitchFamily="18" charset="0"/>
                <a:cs typeface="Times New Roman" panose="02020603050405020304" pitchFamily="18" charset="0"/>
              </a:rPr>
              <a:t> </a:t>
            </a:r>
            <a:r>
              <a:rPr lang="es-MX" sz="3600" b="1" dirty="0" err="1">
                <a:latin typeface="Times New Roman" panose="02020603050405020304" pitchFamily="18" charset="0"/>
                <a:cs typeface="Times New Roman" panose="02020603050405020304" pitchFamily="18" charset="0"/>
              </a:rPr>
              <a:t>results</a:t>
            </a:r>
            <a:endParaRPr lang="es-MX" sz="3600" b="1" dirty="0">
              <a:latin typeface="Times New Roman" panose="02020603050405020304" pitchFamily="18" charset="0"/>
              <a:cs typeface="Times New Roman" panose="02020603050405020304" pitchFamily="18" charset="0"/>
            </a:endParaRPr>
          </a:p>
        </p:txBody>
      </p:sp>
      <p:sp>
        <p:nvSpPr>
          <p:cNvPr id="12" name="Título 1">
            <a:extLst>
              <a:ext uri="{FF2B5EF4-FFF2-40B4-BE49-F238E27FC236}">
                <a16:creationId xmlns:a16="http://schemas.microsoft.com/office/drawing/2014/main" id="{BD1ED41D-224D-3505-719F-553DF934B582}"/>
              </a:ext>
            </a:extLst>
          </p:cNvPr>
          <p:cNvSpPr txBox="1">
            <a:spLocks/>
          </p:cNvSpPr>
          <p:nvPr/>
        </p:nvSpPr>
        <p:spPr>
          <a:xfrm>
            <a:off x="582842" y="312774"/>
            <a:ext cx="8229600" cy="1143000"/>
          </a:xfrm>
          <a:prstGeom prst="rect">
            <a:avLst/>
          </a:prstGeom>
          <a:noFill/>
          <a:ln>
            <a:noFill/>
          </a:ln>
        </p:spPr>
        <p:txBody>
          <a:bodyPr vert="horz" wrap="square" lIns="91440" tIns="45720" rIns="91440" bIns="45720" anchor="ctr" anchorCtr="1" compatLnSpc="1">
            <a:normAutofit/>
          </a:bodyPr>
          <a:lstStyle>
            <a:lvl1pPr marL="0" marR="0" lvl="0" indent="0" algn="ctr" defTabSz="457200" rtl="0" fontAlgn="auto" hangingPunct="1">
              <a:lnSpc>
                <a:spcPct val="100000"/>
              </a:lnSpc>
              <a:spcBef>
                <a:spcPts val="0"/>
              </a:spcBef>
              <a:spcAft>
                <a:spcPts val="0"/>
              </a:spcAft>
              <a:buNone/>
              <a:tabLst/>
              <a:defRPr lang="es-ES" sz="4400" b="0" i="0" u="none" strike="noStrike" kern="1200" cap="none" spc="0" baseline="0">
                <a:solidFill>
                  <a:srgbClr val="000000"/>
                </a:solidFill>
                <a:uFillTx/>
                <a:latin typeface="Calibri"/>
              </a:defRPr>
            </a:lvl1pPr>
          </a:lstStyle>
          <a:p>
            <a:r>
              <a:rPr lang="es-MX" sz="2400" b="1" dirty="0">
                <a:latin typeface="Times New Roman" panose="02020603050405020304" pitchFamily="18" charset="0"/>
                <a:cs typeface="Times New Roman" panose="02020603050405020304" pitchFamily="18" charset="0"/>
              </a:rPr>
              <a:t>Case 1: Palmer </a:t>
            </a:r>
            <a:r>
              <a:rPr lang="es-MX" sz="2400" b="1" dirty="0" err="1">
                <a:latin typeface="Times New Roman" panose="02020603050405020304" pitchFamily="18" charset="0"/>
                <a:cs typeface="Times New Roman" panose="02020603050405020304" pitchFamily="18" charset="0"/>
              </a:rPr>
              <a:t>Penguins</a:t>
            </a:r>
            <a:endParaRPr lang="es-MX" sz="2400" b="1" dirty="0">
              <a:latin typeface="Times New Roman" panose="02020603050405020304" pitchFamily="18" charset="0"/>
              <a:cs typeface="Times New Roman" panose="02020603050405020304" pitchFamily="18" charset="0"/>
            </a:endParaRPr>
          </a:p>
        </p:txBody>
      </p:sp>
      <p:pic>
        <p:nvPicPr>
          <p:cNvPr id="2" name="Imagen 3">
            <a:extLst>
              <a:ext uri="{FF2B5EF4-FFF2-40B4-BE49-F238E27FC236}">
                <a16:creationId xmlns:a16="http://schemas.microsoft.com/office/drawing/2014/main" id="{6643BC41-88F4-C01E-A066-5CED4F87C4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73" y="1096168"/>
            <a:ext cx="7489693" cy="5243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ángulo: esquinas redondeadas 8">
            <a:extLst>
              <a:ext uri="{FF2B5EF4-FFF2-40B4-BE49-F238E27FC236}">
                <a16:creationId xmlns:a16="http://schemas.microsoft.com/office/drawing/2014/main" id="{AF10ABC2-9FC0-C62E-6652-DC32EC69A8AB}"/>
              </a:ext>
            </a:extLst>
          </p:cNvPr>
          <p:cNvSpPr>
            <a:spLocks noChangeArrowheads="1"/>
          </p:cNvSpPr>
          <p:nvPr/>
        </p:nvSpPr>
        <p:spPr bwMode="auto">
          <a:xfrm>
            <a:off x="7504870" y="1885950"/>
            <a:ext cx="1577975" cy="1044575"/>
          </a:xfrm>
          <a:prstGeom prst="roundRect">
            <a:avLst>
              <a:gd name="adj" fmla="val 16667"/>
            </a:avLst>
          </a:prstGeom>
          <a:solidFill>
            <a:srgbClr val="4EA72E"/>
          </a:solidFill>
          <a:ln w="19050" algn="ctr">
            <a:solidFill>
              <a:srgbClr val="1C440D"/>
            </a:solidFill>
            <a:miter lim="800000"/>
            <a:headEnd/>
            <a:tailEnd/>
          </a:ln>
        </p:spPr>
        <p:txBody>
          <a:bodyPr anchor="ctr"/>
          <a:lstStyle>
            <a:lvl1pPr>
              <a:spcBef>
                <a:spcPct val="20000"/>
              </a:spcBef>
              <a:buChar char="•"/>
              <a:defRPr sz="3200">
                <a:solidFill>
                  <a:schemeClr val="tx1"/>
                </a:solidFill>
                <a:latin typeface="Arial" panose="020B0604020202020204" pitchFamily="34" charset="0"/>
              </a:defRPr>
            </a:lvl1pPr>
            <a:lvl2pPr indent="-285750">
              <a:spcBef>
                <a:spcPct val="20000"/>
              </a:spcBef>
              <a:buChar char="–"/>
              <a:defRPr sz="2800">
                <a:solidFill>
                  <a:schemeClr val="tx1"/>
                </a:solidFill>
                <a:latin typeface="Arial" panose="020B0604020202020204" pitchFamily="34" charset="0"/>
              </a:defRPr>
            </a:lvl2pPr>
            <a:lvl3pPr indent="-228600">
              <a:spcBef>
                <a:spcPct val="20000"/>
              </a:spcBef>
              <a:buChar char="•"/>
              <a:defRPr sz="2400">
                <a:solidFill>
                  <a:schemeClr val="tx1"/>
                </a:solidFill>
                <a:latin typeface="Arial" panose="020B0604020202020204" pitchFamily="34" charset="0"/>
              </a:defRPr>
            </a:lvl3pPr>
            <a:lvl4pPr indent="-228600">
              <a:spcBef>
                <a:spcPct val="20000"/>
              </a:spcBef>
              <a:buChar char="–"/>
              <a:defRPr sz="2000">
                <a:solidFill>
                  <a:schemeClr val="tx1"/>
                </a:solidFill>
                <a:latin typeface="Arial" panose="020B0604020202020204" pitchFamily="34" charset="0"/>
              </a:defRPr>
            </a:lvl4pPr>
            <a:lvl5pPr indent="-228600">
              <a:spcBef>
                <a:spcPct val="20000"/>
              </a:spcBef>
              <a:buChar char="»"/>
              <a:defRPr sz="2000">
                <a:solidFill>
                  <a:schemeClr val="tx1"/>
                </a:solidFill>
                <a:latin typeface="Arial" panose="020B0604020202020204" pitchFamily="34" charset="0"/>
              </a:defRPr>
            </a:lvl5pPr>
            <a:lvl6pPr indent="-228600" eaLnBrk="0" fontAlgn="base" hangingPunct="0">
              <a:spcBef>
                <a:spcPct val="20000"/>
              </a:spcBef>
              <a:spcAft>
                <a:spcPct val="0"/>
              </a:spcAft>
              <a:buChar char="»"/>
              <a:defRPr sz="2000">
                <a:solidFill>
                  <a:schemeClr val="tx1"/>
                </a:solidFill>
                <a:latin typeface="Arial" panose="020B0604020202020204" pitchFamily="34" charset="0"/>
              </a:defRPr>
            </a:lvl6pPr>
            <a:lvl7pPr indent="-228600" eaLnBrk="0" fontAlgn="base" hangingPunct="0">
              <a:spcBef>
                <a:spcPct val="20000"/>
              </a:spcBef>
              <a:spcAft>
                <a:spcPct val="0"/>
              </a:spcAft>
              <a:buChar char="»"/>
              <a:defRPr sz="2000">
                <a:solidFill>
                  <a:schemeClr val="tx1"/>
                </a:solidFill>
                <a:latin typeface="Arial" panose="020B0604020202020204" pitchFamily="34" charset="0"/>
              </a:defRPr>
            </a:lvl7pPr>
            <a:lvl8pPr indent="-228600" eaLnBrk="0" fontAlgn="base" hangingPunct="0">
              <a:spcBef>
                <a:spcPct val="20000"/>
              </a:spcBef>
              <a:spcAft>
                <a:spcPct val="0"/>
              </a:spcAft>
              <a:buChar char="»"/>
              <a:defRPr sz="2000">
                <a:solidFill>
                  <a:schemeClr val="tx1"/>
                </a:solidFill>
                <a:latin typeface="Arial" panose="020B0604020202020204" pitchFamily="34" charset="0"/>
              </a:defRPr>
            </a:lvl8pPr>
            <a:lvl9pPr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s-MX" altLang="es-MX" sz="1800" dirty="0">
                <a:solidFill>
                  <a:srgbClr val="FFFFFF"/>
                </a:solidFill>
                <a:latin typeface="Aptos" panose="020B0004020202020204" pitchFamily="34" charset="0"/>
              </a:rPr>
              <a:t>Variables</a:t>
            </a:r>
          </a:p>
          <a:p>
            <a:pPr algn="ctr" eaLnBrk="1" hangingPunct="1">
              <a:spcBef>
                <a:spcPct val="0"/>
              </a:spcBef>
              <a:buFontTx/>
              <a:buNone/>
            </a:pPr>
            <a:r>
              <a:rPr lang="es-MX" altLang="es-MX" sz="1800" dirty="0">
                <a:solidFill>
                  <a:srgbClr val="FFFFFF"/>
                </a:solidFill>
                <a:latin typeface="Aptos" panose="020B0004020202020204" pitchFamily="34" charset="0"/>
              </a:rPr>
              <a:t>3/4</a:t>
            </a:r>
          </a:p>
        </p:txBody>
      </p:sp>
      <p:sp>
        <p:nvSpPr>
          <p:cNvPr id="6" name="Rectángulo: esquinas redondeadas 9">
            <a:extLst>
              <a:ext uri="{FF2B5EF4-FFF2-40B4-BE49-F238E27FC236}">
                <a16:creationId xmlns:a16="http://schemas.microsoft.com/office/drawing/2014/main" id="{09C4B240-BDF7-9B6F-C758-FD0C7B92176A}"/>
              </a:ext>
            </a:extLst>
          </p:cNvPr>
          <p:cNvSpPr>
            <a:spLocks noChangeArrowheads="1"/>
          </p:cNvSpPr>
          <p:nvPr/>
        </p:nvSpPr>
        <p:spPr bwMode="auto">
          <a:xfrm>
            <a:off x="7522312" y="3489325"/>
            <a:ext cx="1576387" cy="1157288"/>
          </a:xfrm>
          <a:prstGeom prst="roundRect">
            <a:avLst>
              <a:gd name="adj" fmla="val 16667"/>
            </a:avLst>
          </a:prstGeom>
          <a:solidFill>
            <a:srgbClr val="4EA72E"/>
          </a:solidFill>
          <a:ln w="19050" algn="ctr">
            <a:solidFill>
              <a:srgbClr val="1C440D"/>
            </a:solidFill>
            <a:miter lim="800000"/>
            <a:headEnd/>
            <a:tailEnd/>
          </a:ln>
        </p:spPr>
        <p:txBody>
          <a:bodyPr anchor="ctr"/>
          <a:lstStyle>
            <a:lvl1pPr>
              <a:spcBef>
                <a:spcPct val="20000"/>
              </a:spcBef>
              <a:buChar char="•"/>
              <a:defRPr sz="3200">
                <a:solidFill>
                  <a:schemeClr val="tx1"/>
                </a:solidFill>
                <a:latin typeface="Arial" panose="020B0604020202020204" pitchFamily="34" charset="0"/>
              </a:defRPr>
            </a:lvl1pPr>
            <a:lvl2pPr indent="-285750">
              <a:spcBef>
                <a:spcPct val="20000"/>
              </a:spcBef>
              <a:buChar char="–"/>
              <a:defRPr sz="2800">
                <a:solidFill>
                  <a:schemeClr val="tx1"/>
                </a:solidFill>
                <a:latin typeface="Arial" panose="020B0604020202020204" pitchFamily="34" charset="0"/>
              </a:defRPr>
            </a:lvl2pPr>
            <a:lvl3pPr indent="-228600">
              <a:spcBef>
                <a:spcPct val="20000"/>
              </a:spcBef>
              <a:buChar char="•"/>
              <a:defRPr sz="2400">
                <a:solidFill>
                  <a:schemeClr val="tx1"/>
                </a:solidFill>
                <a:latin typeface="Arial" panose="020B0604020202020204" pitchFamily="34" charset="0"/>
              </a:defRPr>
            </a:lvl3pPr>
            <a:lvl4pPr indent="-228600">
              <a:spcBef>
                <a:spcPct val="20000"/>
              </a:spcBef>
              <a:buChar char="–"/>
              <a:defRPr sz="2000">
                <a:solidFill>
                  <a:schemeClr val="tx1"/>
                </a:solidFill>
                <a:latin typeface="Arial" panose="020B0604020202020204" pitchFamily="34" charset="0"/>
              </a:defRPr>
            </a:lvl4pPr>
            <a:lvl5pPr indent="-228600">
              <a:spcBef>
                <a:spcPct val="20000"/>
              </a:spcBef>
              <a:buChar char="»"/>
              <a:defRPr sz="2000">
                <a:solidFill>
                  <a:schemeClr val="tx1"/>
                </a:solidFill>
                <a:latin typeface="Arial" panose="020B0604020202020204" pitchFamily="34" charset="0"/>
              </a:defRPr>
            </a:lvl5pPr>
            <a:lvl6pPr indent="-228600" eaLnBrk="0" fontAlgn="base" hangingPunct="0">
              <a:spcBef>
                <a:spcPct val="20000"/>
              </a:spcBef>
              <a:spcAft>
                <a:spcPct val="0"/>
              </a:spcAft>
              <a:buChar char="»"/>
              <a:defRPr sz="2000">
                <a:solidFill>
                  <a:schemeClr val="tx1"/>
                </a:solidFill>
                <a:latin typeface="Arial" panose="020B0604020202020204" pitchFamily="34" charset="0"/>
              </a:defRPr>
            </a:lvl6pPr>
            <a:lvl7pPr indent="-228600" eaLnBrk="0" fontAlgn="base" hangingPunct="0">
              <a:spcBef>
                <a:spcPct val="20000"/>
              </a:spcBef>
              <a:spcAft>
                <a:spcPct val="0"/>
              </a:spcAft>
              <a:buChar char="»"/>
              <a:defRPr sz="2000">
                <a:solidFill>
                  <a:schemeClr val="tx1"/>
                </a:solidFill>
                <a:latin typeface="Arial" panose="020B0604020202020204" pitchFamily="34" charset="0"/>
              </a:defRPr>
            </a:lvl7pPr>
            <a:lvl8pPr indent="-228600" eaLnBrk="0" fontAlgn="base" hangingPunct="0">
              <a:spcBef>
                <a:spcPct val="20000"/>
              </a:spcBef>
              <a:spcAft>
                <a:spcPct val="0"/>
              </a:spcAft>
              <a:buChar char="»"/>
              <a:defRPr sz="2000">
                <a:solidFill>
                  <a:schemeClr val="tx1"/>
                </a:solidFill>
                <a:latin typeface="Arial" panose="020B0604020202020204" pitchFamily="34" charset="0"/>
              </a:defRPr>
            </a:lvl8pPr>
            <a:lvl9pPr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None/>
            </a:pPr>
            <a:r>
              <a:rPr lang="es-MX" altLang="es-MX" sz="1800" dirty="0" err="1">
                <a:solidFill>
                  <a:srgbClr val="FFFFFF"/>
                </a:solidFill>
                <a:latin typeface="Aptos" panose="020B0004020202020204" pitchFamily="34" charset="0"/>
              </a:rPr>
              <a:t>Expanded</a:t>
            </a:r>
            <a:r>
              <a:rPr lang="es-MX" altLang="es-MX" sz="1800" dirty="0">
                <a:solidFill>
                  <a:srgbClr val="FFFFFF"/>
                </a:solidFill>
                <a:latin typeface="Aptos" panose="020B0004020202020204" pitchFamily="34" charset="0"/>
              </a:rPr>
              <a:t> </a:t>
            </a:r>
            <a:r>
              <a:rPr lang="es-MX" altLang="es-MX" sz="1800" dirty="0" err="1">
                <a:solidFill>
                  <a:srgbClr val="FFFFFF"/>
                </a:solidFill>
                <a:latin typeface="Aptos" panose="020B0004020202020204" pitchFamily="34" charset="0"/>
              </a:rPr>
              <a:t>terms</a:t>
            </a:r>
            <a:endParaRPr lang="es-MX" altLang="es-MX" sz="1800" dirty="0">
              <a:solidFill>
                <a:srgbClr val="FFFFFF"/>
              </a:solidFill>
              <a:latin typeface="Aptos" panose="020B0004020202020204" pitchFamily="34" charset="0"/>
            </a:endParaRPr>
          </a:p>
          <a:p>
            <a:pPr algn="ctr">
              <a:spcBef>
                <a:spcPct val="0"/>
              </a:spcBef>
              <a:buNone/>
            </a:pPr>
            <a:r>
              <a:rPr lang="es-MX" altLang="es-MX" sz="1800" dirty="0">
                <a:solidFill>
                  <a:srgbClr val="FFFFFF"/>
                </a:solidFill>
                <a:latin typeface="Aptos" panose="020B0004020202020204" pitchFamily="34" charset="0"/>
              </a:rPr>
              <a:t>3/9</a:t>
            </a:r>
          </a:p>
        </p:txBody>
      </p:sp>
    </p:spTree>
    <p:extLst>
      <p:ext uri="{BB962C8B-B14F-4D97-AF65-F5344CB8AC3E}">
        <p14:creationId xmlns:p14="http://schemas.microsoft.com/office/powerpoint/2010/main" val="24313180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397BA-1EAC-6C48-6726-E7240C7EDF38}"/>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1FB87506-46AC-F63B-FE6A-40CBCA3A80F4}"/>
              </a:ext>
            </a:extLst>
          </p:cNvPr>
          <p:cNvSpPr>
            <a:spLocks noGrp="1"/>
          </p:cNvSpPr>
          <p:nvPr>
            <p:ph type="sldNum" sz="quarter" idx="8"/>
          </p:nvPr>
        </p:nvSpPr>
        <p:spPr/>
        <p:txBody>
          <a:bodyPr/>
          <a:lstStyle/>
          <a:p>
            <a:pPr lvl="0"/>
            <a:fld id="{A20C4BF6-2150-487F-8C1E-23E793CAFD15}" type="slidenum">
              <a:rPr lang="es-MX" smtClean="0"/>
              <a:t>16</a:t>
            </a:fld>
            <a:endParaRPr lang="es-MX"/>
          </a:p>
        </p:txBody>
      </p:sp>
      <p:sp>
        <p:nvSpPr>
          <p:cNvPr id="5" name="Título 1">
            <a:extLst>
              <a:ext uri="{FF2B5EF4-FFF2-40B4-BE49-F238E27FC236}">
                <a16:creationId xmlns:a16="http://schemas.microsoft.com/office/drawing/2014/main" id="{BC0020B8-5186-D392-724C-90795CC2C43F}"/>
              </a:ext>
            </a:extLst>
          </p:cNvPr>
          <p:cNvSpPr>
            <a:spLocks noGrp="1"/>
          </p:cNvSpPr>
          <p:nvPr>
            <p:ph type="title"/>
          </p:nvPr>
        </p:nvSpPr>
        <p:spPr>
          <a:xfrm>
            <a:off x="513040" y="-258726"/>
            <a:ext cx="8229600" cy="1143000"/>
          </a:xfrm>
        </p:spPr>
        <p:txBody>
          <a:bodyPr>
            <a:normAutofit/>
          </a:bodyPr>
          <a:lstStyle/>
          <a:p>
            <a:r>
              <a:rPr lang="es-MX" sz="3600" b="1" dirty="0" err="1">
                <a:latin typeface="Times New Roman" panose="02020603050405020304" pitchFamily="18" charset="0"/>
                <a:cs typeface="Times New Roman" panose="02020603050405020304" pitchFamily="18" charset="0"/>
              </a:rPr>
              <a:t>Preliminary</a:t>
            </a:r>
            <a:r>
              <a:rPr lang="es-MX" sz="3600" b="1" dirty="0">
                <a:latin typeface="Times New Roman" panose="02020603050405020304" pitchFamily="18" charset="0"/>
                <a:cs typeface="Times New Roman" panose="02020603050405020304" pitchFamily="18" charset="0"/>
              </a:rPr>
              <a:t> </a:t>
            </a:r>
            <a:r>
              <a:rPr lang="es-MX" sz="3600" b="1" dirty="0" err="1">
                <a:latin typeface="Times New Roman" panose="02020603050405020304" pitchFamily="18" charset="0"/>
                <a:cs typeface="Times New Roman" panose="02020603050405020304" pitchFamily="18" charset="0"/>
              </a:rPr>
              <a:t>results</a:t>
            </a:r>
            <a:endParaRPr lang="es-MX" sz="3600" b="1" dirty="0">
              <a:latin typeface="Times New Roman" panose="02020603050405020304" pitchFamily="18" charset="0"/>
              <a:cs typeface="Times New Roman" panose="02020603050405020304" pitchFamily="18" charset="0"/>
            </a:endParaRPr>
          </a:p>
        </p:txBody>
      </p:sp>
      <p:sp>
        <p:nvSpPr>
          <p:cNvPr id="12" name="Título 1">
            <a:extLst>
              <a:ext uri="{FF2B5EF4-FFF2-40B4-BE49-F238E27FC236}">
                <a16:creationId xmlns:a16="http://schemas.microsoft.com/office/drawing/2014/main" id="{E77744F3-6302-6BBA-51B2-2C288F8E0BF7}"/>
              </a:ext>
            </a:extLst>
          </p:cNvPr>
          <p:cNvSpPr txBox="1">
            <a:spLocks/>
          </p:cNvSpPr>
          <p:nvPr/>
        </p:nvSpPr>
        <p:spPr>
          <a:xfrm>
            <a:off x="672419" y="312774"/>
            <a:ext cx="8229600" cy="1143000"/>
          </a:xfrm>
          <a:prstGeom prst="rect">
            <a:avLst/>
          </a:prstGeom>
          <a:noFill/>
          <a:ln>
            <a:noFill/>
          </a:ln>
        </p:spPr>
        <p:txBody>
          <a:bodyPr vert="horz" wrap="square" lIns="91440" tIns="45720" rIns="91440" bIns="45720" anchor="ctr" anchorCtr="1" compatLnSpc="1">
            <a:normAutofit/>
          </a:bodyPr>
          <a:lstStyle>
            <a:lvl1pPr marL="0" marR="0" lvl="0" indent="0" algn="ctr" defTabSz="457200" rtl="0" fontAlgn="auto" hangingPunct="1">
              <a:lnSpc>
                <a:spcPct val="100000"/>
              </a:lnSpc>
              <a:spcBef>
                <a:spcPts val="0"/>
              </a:spcBef>
              <a:spcAft>
                <a:spcPts val="0"/>
              </a:spcAft>
              <a:buNone/>
              <a:tabLst/>
              <a:defRPr lang="es-ES" sz="4400" b="0" i="0" u="none" strike="noStrike" kern="1200" cap="none" spc="0" baseline="0">
                <a:solidFill>
                  <a:srgbClr val="000000"/>
                </a:solidFill>
                <a:uFillTx/>
                <a:latin typeface="Calibri"/>
              </a:defRPr>
            </a:lvl1pPr>
          </a:lstStyle>
          <a:p>
            <a:r>
              <a:rPr lang="es-MX" sz="2400" b="1" dirty="0">
                <a:latin typeface="Times New Roman" panose="02020603050405020304" pitchFamily="18" charset="0"/>
                <a:cs typeface="Times New Roman" panose="02020603050405020304" pitchFamily="18" charset="0"/>
              </a:rPr>
              <a:t>Case 2: Cebolla 10D</a:t>
            </a:r>
          </a:p>
        </p:txBody>
      </p:sp>
      <p:pic>
        <p:nvPicPr>
          <p:cNvPr id="2" name="Imagen 2">
            <a:extLst>
              <a:ext uri="{FF2B5EF4-FFF2-40B4-BE49-F238E27FC236}">
                <a16:creationId xmlns:a16="http://schemas.microsoft.com/office/drawing/2014/main" id="{47A5275A-041F-DEEE-8DE3-6D3EC6D703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8908" y="1130534"/>
            <a:ext cx="6743168" cy="5225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695038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C98E2-0FF2-5464-A348-3DECD62B0878}"/>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1468649E-7B46-618B-0B6C-BBB072DF2B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019102"/>
            <a:ext cx="7725533" cy="5407873"/>
          </a:xfrm>
          <a:prstGeom prst="rect">
            <a:avLst/>
          </a:prstGeom>
        </p:spPr>
      </p:pic>
      <p:sp>
        <p:nvSpPr>
          <p:cNvPr id="4" name="Marcador de número de diapositiva 3">
            <a:extLst>
              <a:ext uri="{FF2B5EF4-FFF2-40B4-BE49-F238E27FC236}">
                <a16:creationId xmlns:a16="http://schemas.microsoft.com/office/drawing/2014/main" id="{B8B1DC7D-9D35-FF0C-7902-51DC7491A89E}"/>
              </a:ext>
            </a:extLst>
          </p:cNvPr>
          <p:cNvSpPr>
            <a:spLocks noGrp="1"/>
          </p:cNvSpPr>
          <p:nvPr>
            <p:ph type="sldNum" sz="quarter" idx="8"/>
          </p:nvPr>
        </p:nvSpPr>
        <p:spPr/>
        <p:txBody>
          <a:bodyPr/>
          <a:lstStyle/>
          <a:p>
            <a:pPr lvl="0"/>
            <a:fld id="{A20C4BF6-2150-487F-8C1E-23E793CAFD15}" type="slidenum">
              <a:rPr lang="es-MX" smtClean="0"/>
              <a:t>17</a:t>
            </a:fld>
            <a:endParaRPr lang="es-MX"/>
          </a:p>
        </p:txBody>
      </p:sp>
      <p:sp>
        <p:nvSpPr>
          <p:cNvPr id="5" name="Título 1">
            <a:extLst>
              <a:ext uri="{FF2B5EF4-FFF2-40B4-BE49-F238E27FC236}">
                <a16:creationId xmlns:a16="http://schemas.microsoft.com/office/drawing/2014/main" id="{826F1702-FFAF-759B-71BA-C872E3FCA880}"/>
              </a:ext>
            </a:extLst>
          </p:cNvPr>
          <p:cNvSpPr>
            <a:spLocks noGrp="1"/>
          </p:cNvSpPr>
          <p:nvPr>
            <p:ph type="title"/>
          </p:nvPr>
        </p:nvSpPr>
        <p:spPr>
          <a:xfrm>
            <a:off x="596802" y="-258726"/>
            <a:ext cx="8229600" cy="1143000"/>
          </a:xfrm>
        </p:spPr>
        <p:txBody>
          <a:bodyPr>
            <a:normAutofit/>
          </a:bodyPr>
          <a:lstStyle/>
          <a:p>
            <a:r>
              <a:rPr lang="es-MX" sz="3600" b="1" dirty="0" err="1">
                <a:latin typeface="Times New Roman" panose="02020603050405020304" pitchFamily="18" charset="0"/>
                <a:cs typeface="Times New Roman" panose="02020603050405020304" pitchFamily="18" charset="0"/>
              </a:rPr>
              <a:t>Preliminary</a:t>
            </a:r>
            <a:r>
              <a:rPr lang="es-MX" sz="3600" b="1" dirty="0">
                <a:latin typeface="Times New Roman" panose="02020603050405020304" pitchFamily="18" charset="0"/>
                <a:cs typeface="Times New Roman" panose="02020603050405020304" pitchFamily="18" charset="0"/>
              </a:rPr>
              <a:t> </a:t>
            </a:r>
            <a:r>
              <a:rPr lang="es-MX" sz="3600" b="1" dirty="0" err="1">
                <a:latin typeface="Times New Roman" panose="02020603050405020304" pitchFamily="18" charset="0"/>
                <a:cs typeface="Times New Roman" panose="02020603050405020304" pitchFamily="18" charset="0"/>
              </a:rPr>
              <a:t>results</a:t>
            </a:r>
            <a:endParaRPr lang="es-MX" sz="3600" b="1" dirty="0">
              <a:latin typeface="Times New Roman" panose="02020603050405020304" pitchFamily="18" charset="0"/>
              <a:cs typeface="Times New Roman" panose="02020603050405020304" pitchFamily="18" charset="0"/>
            </a:endParaRPr>
          </a:p>
        </p:txBody>
      </p:sp>
      <p:sp>
        <p:nvSpPr>
          <p:cNvPr id="12" name="Título 1">
            <a:extLst>
              <a:ext uri="{FF2B5EF4-FFF2-40B4-BE49-F238E27FC236}">
                <a16:creationId xmlns:a16="http://schemas.microsoft.com/office/drawing/2014/main" id="{A5A4B9E4-54ED-7250-1248-161C8D97E58B}"/>
              </a:ext>
            </a:extLst>
          </p:cNvPr>
          <p:cNvSpPr txBox="1">
            <a:spLocks/>
          </p:cNvSpPr>
          <p:nvPr/>
        </p:nvSpPr>
        <p:spPr>
          <a:xfrm>
            <a:off x="582842" y="312774"/>
            <a:ext cx="8229600" cy="1143000"/>
          </a:xfrm>
          <a:prstGeom prst="rect">
            <a:avLst/>
          </a:prstGeom>
          <a:noFill/>
          <a:ln>
            <a:noFill/>
          </a:ln>
        </p:spPr>
        <p:txBody>
          <a:bodyPr vert="horz" wrap="square" lIns="91440" tIns="45720" rIns="91440" bIns="45720" anchor="ctr" anchorCtr="1" compatLnSpc="1">
            <a:normAutofit/>
          </a:bodyPr>
          <a:lstStyle>
            <a:lvl1pPr marL="0" marR="0" lvl="0" indent="0" algn="ctr" defTabSz="457200" rtl="0" fontAlgn="auto" hangingPunct="1">
              <a:lnSpc>
                <a:spcPct val="100000"/>
              </a:lnSpc>
              <a:spcBef>
                <a:spcPts val="0"/>
              </a:spcBef>
              <a:spcAft>
                <a:spcPts val="0"/>
              </a:spcAft>
              <a:buNone/>
              <a:tabLst/>
              <a:defRPr lang="es-ES" sz="4400" b="0" i="0" u="none" strike="noStrike" kern="1200" cap="none" spc="0" baseline="0">
                <a:solidFill>
                  <a:srgbClr val="000000"/>
                </a:solidFill>
                <a:uFillTx/>
                <a:latin typeface="Calibri"/>
              </a:defRPr>
            </a:lvl1pPr>
          </a:lstStyle>
          <a:p>
            <a:r>
              <a:rPr lang="es-MX" sz="2400" b="1" dirty="0">
                <a:latin typeface="Times New Roman" panose="02020603050405020304" pitchFamily="18" charset="0"/>
                <a:cs typeface="Times New Roman" panose="02020603050405020304" pitchFamily="18" charset="0"/>
              </a:rPr>
              <a:t>Case 2: Cebolla 10D</a:t>
            </a:r>
          </a:p>
        </p:txBody>
      </p:sp>
      <p:sp>
        <p:nvSpPr>
          <p:cNvPr id="3" name="Rectángulo: esquinas redondeadas 8">
            <a:extLst>
              <a:ext uri="{FF2B5EF4-FFF2-40B4-BE49-F238E27FC236}">
                <a16:creationId xmlns:a16="http://schemas.microsoft.com/office/drawing/2014/main" id="{9467AFC6-1939-D337-CD2E-13038A116703}"/>
              </a:ext>
            </a:extLst>
          </p:cNvPr>
          <p:cNvSpPr>
            <a:spLocks noChangeArrowheads="1"/>
          </p:cNvSpPr>
          <p:nvPr/>
        </p:nvSpPr>
        <p:spPr bwMode="auto">
          <a:xfrm>
            <a:off x="7504870" y="1885950"/>
            <a:ext cx="1577975" cy="1044575"/>
          </a:xfrm>
          <a:prstGeom prst="roundRect">
            <a:avLst>
              <a:gd name="adj" fmla="val 16667"/>
            </a:avLst>
          </a:prstGeom>
          <a:solidFill>
            <a:srgbClr val="4EA72E"/>
          </a:solidFill>
          <a:ln w="19050" algn="ctr">
            <a:solidFill>
              <a:srgbClr val="1C440D"/>
            </a:solidFill>
            <a:miter lim="800000"/>
            <a:headEnd/>
            <a:tailEnd/>
          </a:ln>
        </p:spPr>
        <p:txBody>
          <a:bodyPr anchor="ctr"/>
          <a:lstStyle>
            <a:lvl1pPr>
              <a:spcBef>
                <a:spcPct val="20000"/>
              </a:spcBef>
              <a:buChar char="•"/>
              <a:defRPr sz="3200">
                <a:solidFill>
                  <a:schemeClr val="tx1"/>
                </a:solidFill>
                <a:latin typeface="Arial" panose="020B0604020202020204" pitchFamily="34" charset="0"/>
              </a:defRPr>
            </a:lvl1pPr>
            <a:lvl2pPr indent="-285750">
              <a:spcBef>
                <a:spcPct val="20000"/>
              </a:spcBef>
              <a:buChar char="–"/>
              <a:defRPr sz="2800">
                <a:solidFill>
                  <a:schemeClr val="tx1"/>
                </a:solidFill>
                <a:latin typeface="Arial" panose="020B0604020202020204" pitchFamily="34" charset="0"/>
              </a:defRPr>
            </a:lvl2pPr>
            <a:lvl3pPr indent="-228600">
              <a:spcBef>
                <a:spcPct val="20000"/>
              </a:spcBef>
              <a:buChar char="•"/>
              <a:defRPr sz="2400">
                <a:solidFill>
                  <a:schemeClr val="tx1"/>
                </a:solidFill>
                <a:latin typeface="Arial" panose="020B0604020202020204" pitchFamily="34" charset="0"/>
              </a:defRPr>
            </a:lvl3pPr>
            <a:lvl4pPr indent="-228600">
              <a:spcBef>
                <a:spcPct val="20000"/>
              </a:spcBef>
              <a:buChar char="–"/>
              <a:defRPr sz="2000">
                <a:solidFill>
                  <a:schemeClr val="tx1"/>
                </a:solidFill>
                <a:latin typeface="Arial" panose="020B0604020202020204" pitchFamily="34" charset="0"/>
              </a:defRPr>
            </a:lvl4pPr>
            <a:lvl5pPr indent="-228600">
              <a:spcBef>
                <a:spcPct val="20000"/>
              </a:spcBef>
              <a:buChar char="»"/>
              <a:defRPr sz="2000">
                <a:solidFill>
                  <a:schemeClr val="tx1"/>
                </a:solidFill>
                <a:latin typeface="Arial" panose="020B0604020202020204" pitchFamily="34" charset="0"/>
              </a:defRPr>
            </a:lvl5pPr>
            <a:lvl6pPr indent="-228600" eaLnBrk="0" fontAlgn="base" hangingPunct="0">
              <a:spcBef>
                <a:spcPct val="20000"/>
              </a:spcBef>
              <a:spcAft>
                <a:spcPct val="0"/>
              </a:spcAft>
              <a:buChar char="»"/>
              <a:defRPr sz="2000">
                <a:solidFill>
                  <a:schemeClr val="tx1"/>
                </a:solidFill>
                <a:latin typeface="Arial" panose="020B0604020202020204" pitchFamily="34" charset="0"/>
              </a:defRPr>
            </a:lvl6pPr>
            <a:lvl7pPr indent="-228600" eaLnBrk="0" fontAlgn="base" hangingPunct="0">
              <a:spcBef>
                <a:spcPct val="20000"/>
              </a:spcBef>
              <a:spcAft>
                <a:spcPct val="0"/>
              </a:spcAft>
              <a:buChar char="»"/>
              <a:defRPr sz="2000">
                <a:solidFill>
                  <a:schemeClr val="tx1"/>
                </a:solidFill>
                <a:latin typeface="Arial" panose="020B0604020202020204" pitchFamily="34" charset="0"/>
              </a:defRPr>
            </a:lvl7pPr>
            <a:lvl8pPr indent="-228600" eaLnBrk="0" fontAlgn="base" hangingPunct="0">
              <a:spcBef>
                <a:spcPct val="20000"/>
              </a:spcBef>
              <a:spcAft>
                <a:spcPct val="0"/>
              </a:spcAft>
              <a:buChar char="»"/>
              <a:defRPr sz="2000">
                <a:solidFill>
                  <a:schemeClr val="tx1"/>
                </a:solidFill>
                <a:latin typeface="Arial" panose="020B0604020202020204" pitchFamily="34" charset="0"/>
              </a:defRPr>
            </a:lvl8pPr>
            <a:lvl9pPr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s-MX" altLang="es-MX" sz="1800" dirty="0">
                <a:solidFill>
                  <a:srgbClr val="FFFFFF"/>
                </a:solidFill>
                <a:latin typeface="Aptos" panose="020B0004020202020204" pitchFamily="34" charset="0"/>
              </a:rPr>
              <a:t>Variables</a:t>
            </a:r>
          </a:p>
          <a:p>
            <a:pPr algn="ctr" eaLnBrk="1" hangingPunct="1">
              <a:spcBef>
                <a:spcPct val="0"/>
              </a:spcBef>
              <a:buFontTx/>
              <a:buNone/>
            </a:pPr>
            <a:r>
              <a:rPr lang="es-MX" altLang="es-MX" sz="1800" dirty="0">
                <a:solidFill>
                  <a:srgbClr val="FFFFFF"/>
                </a:solidFill>
                <a:latin typeface="Aptos" panose="020B0004020202020204" pitchFamily="34" charset="0"/>
              </a:rPr>
              <a:t>9/10</a:t>
            </a:r>
          </a:p>
        </p:txBody>
      </p:sp>
      <p:sp>
        <p:nvSpPr>
          <p:cNvPr id="6" name="Rectángulo: esquinas redondeadas 9">
            <a:extLst>
              <a:ext uri="{FF2B5EF4-FFF2-40B4-BE49-F238E27FC236}">
                <a16:creationId xmlns:a16="http://schemas.microsoft.com/office/drawing/2014/main" id="{BAE99DAD-B35F-81A0-89BB-1FA4355E7165}"/>
              </a:ext>
            </a:extLst>
          </p:cNvPr>
          <p:cNvSpPr>
            <a:spLocks noChangeArrowheads="1"/>
          </p:cNvSpPr>
          <p:nvPr/>
        </p:nvSpPr>
        <p:spPr bwMode="auto">
          <a:xfrm>
            <a:off x="7522312" y="3489325"/>
            <a:ext cx="1576387" cy="1157288"/>
          </a:xfrm>
          <a:prstGeom prst="roundRect">
            <a:avLst>
              <a:gd name="adj" fmla="val 16667"/>
            </a:avLst>
          </a:prstGeom>
          <a:solidFill>
            <a:srgbClr val="4EA72E"/>
          </a:solidFill>
          <a:ln w="19050" algn="ctr">
            <a:solidFill>
              <a:srgbClr val="1C440D"/>
            </a:solidFill>
            <a:miter lim="800000"/>
            <a:headEnd/>
            <a:tailEnd/>
          </a:ln>
        </p:spPr>
        <p:txBody>
          <a:bodyPr anchor="ctr"/>
          <a:lstStyle>
            <a:lvl1pPr>
              <a:spcBef>
                <a:spcPct val="20000"/>
              </a:spcBef>
              <a:buChar char="•"/>
              <a:defRPr sz="3200">
                <a:solidFill>
                  <a:schemeClr val="tx1"/>
                </a:solidFill>
                <a:latin typeface="Arial" panose="020B0604020202020204" pitchFamily="34" charset="0"/>
              </a:defRPr>
            </a:lvl1pPr>
            <a:lvl2pPr indent="-285750">
              <a:spcBef>
                <a:spcPct val="20000"/>
              </a:spcBef>
              <a:buChar char="–"/>
              <a:defRPr sz="2800">
                <a:solidFill>
                  <a:schemeClr val="tx1"/>
                </a:solidFill>
                <a:latin typeface="Arial" panose="020B0604020202020204" pitchFamily="34" charset="0"/>
              </a:defRPr>
            </a:lvl2pPr>
            <a:lvl3pPr indent="-228600">
              <a:spcBef>
                <a:spcPct val="20000"/>
              </a:spcBef>
              <a:buChar char="•"/>
              <a:defRPr sz="2400">
                <a:solidFill>
                  <a:schemeClr val="tx1"/>
                </a:solidFill>
                <a:latin typeface="Arial" panose="020B0604020202020204" pitchFamily="34" charset="0"/>
              </a:defRPr>
            </a:lvl3pPr>
            <a:lvl4pPr indent="-228600">
              <a:spcBef>
                <a:spcPct val="20000"/>
              </a:spcBef>
              <a:buChar char="–"/>
              <a:defRPr sz="2000">
                <a:solidFill>
                  <a:schemeClr val="tx1"/>
                </a:solidFill>
                <a:latin typeface="Arial" panose="020B0604020202020204" pitchFamily="34" charset="0"/>
              </a:defRPr>
            </a:lvl4pPr>
            <a:lvl5pPr indent="-228600">
              <a:spcBef>
                <a:spcPct val="20000"/>
              </a:spcBef>
              <a:buChar char="»"/>
              <a:defRPr sz="2000">
                <a:solidFill>
                  <a:schemeClr val="tx1"/>
                </a:solidFill>
                <a:latin typeface="Arial" panose="020B0604020202020204" pitchFamily="34" charset="0"/>
              </a:defRPr>
            </a:lvl5pPr>
            <a:lvl6pPr indent="-228600" eaLnBrk="0" fontAlgn="base" hangingPunct="0">
              <a:spcBef>
                <a:spcPct val="20000"/>
              </a:spcBef>
              <a:spcAft>
                <a:spcPct val="0"/>
              </a:spcAft>
              <a:buChar char="»"/>
              <a:defRPr sz="2000">
                <a:solidFill>
                  <a:schemeClr val="tx1"/>
                </a:solidFill>
                <a:latin typeface="Arial" panose="020B0604020202020204" pitchFamily="34" charset="0"/>
              </a:defRPr>
            </a:lvl6pPr>
            <a:lvl7pPr indent="-228600" eaLnBrk="0" fontAlgn="base" hangingPunct="0">
              <a:spcBef>
                <a:spcPct val="20000"/>
              </a:spcBef>
              <a:spcAft>
                <a:spcPct val="0"/>
              </a:spcAft>
              <a:buChar char="»"/>
              <a:defRPr sz="2000">
                <a:solidFill>
                  <a:schemeClr val="tx1"/>
                </a:solidFill>
                <a:latin typeface="Arial" panose="020B0604020202020204" pitchFamily="34" charset="0"/>
              </a:defRPr>
            </a:lvl7pPr>
            <a:lvl8pPr indent="-228600" eaLnBrk="0" fontAlgn="base" hangingPunct="0">
              <a:spcBef>
                <a:spcPct val="20000"/>
              </a:spcBef>
              <a:spcAft>
                <a:spcPct val="0"/>
              </a:spcAft>
              <a:buChar char="»"/>
              <a:defRPr sz="2000">
                <a:solidFill>
                  <a:schemeClr val="tx1"/>
                </a:solidFill>
                <a:latin typeface="Arial" panose="020B0604020202020204" pitchFamily="34" charset="0"/>
              </a:defRPr>
            </a:lvl8pPr>
            <a:lvl9pPr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None/>
            </a:pPr>
            <a:r>
              <a:rPr lang="es-MX" altLang="es-MX" sz="1800" dirty="0" err="1">
                <a:solidFill>
                  <a:srgbClr val="FFFFFF"/>
                </a:solidFill>
                <a:latin typeface="Aptos" panose="020B0004020202020204" pitchFamily="34" charset="0"/>
              </a:rPr>
              <a:t>Expanded</a:t>
            </a:r>
            <a:r>
              <a:rPr lang="es-MX" altLang="es-MX" sz="1800" dirty="0">
                <a:solidFill>
                  <a:srgbClr val="FFFFFF"/>
                </a:solidFill>
                <a:latin typeface="Aptos" panose="020B0004020202020204" pitchFamily="34" charset="0"/>
              </a:rPr>
              <a:t> </a:t>
            </a:r>
            <a:r>
              <a:rPr lang="es-MX" altLang="es-MX" sz="1800" dirty="0" err="1">
                <a:solidFill>
                  <a:srgbClr val="FFFFFF"/>
                </a:solidFill>
                <a:latin typeface="Aptos" panose="020B0004020202020204" pitchFamily="34" charset="0"/>
              </a:rPr>
              <a:t>terms</a:t>
            </a:r>
            <a:endParaRPr lang="es-MX" altLang="es-MX" sz="1800" dirty="0">
              <a:solidFill>
                <a:srgbClr val="FFFFFF"/>
              </a:solidFill>
              <a:latin typeface="Aptos" panose="020B0004020202020204" pitchFamily="34" charset="0"/>
            </a:endParaRPr>
          </a:p>
          <a:p>
            <a:pPr algn="ctr">
              <a:spcBef>
                <a:spcPct val="0"/>
              </a:spcBef>
              <a:buNone/>
            </a:pPr>
            <a:r>
              <a:rPr lang="es-MX" altLang="es-MX" sz="1800" dirty="0">
                <a:solidFill>
                  <a:srgbClr val="FFFFFF"/>
                </a:solidFill>
                <a:latin typeface="Aptos" panose="020B0004020202020204" pitchFamily="34" charset="0"/>
              </a:rPr>
              <a:t>22/54</a:t>
            </a:r>
          </a:p>
        </p:txBody>
      </p:sp>
    </p:spTree>
    <p:extLst>
      <p:ext uri="{BB962C8B-B14F-4D97-AF65-F5344CB8AC3E}">
        <p14:creationId xmlns:p14="http://schemas.microsoft.com/office/powerpoint/2010/main" val="243684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268E9-9330-C254-676E-BECF370C2EAF}"/>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1F844EB3-538C-9F0A-D9CA-64C5A264C965}"/>
              </a:ext>
            </a:extLst>
          </p:cNvPr>
          <p:cNvSpPr>
            <a:spLocks noGrp="1"/>
          </p:cNvSpPr>
          <p:nvPr>
            <p:ph type="sldNum" sz="quarter" idx="8"/>
          </p:nvPr>
        </p:nvSpPr>
        <p:spPr/>
        <p:txBody>
          <a:bodyPr/>
          <a:lstStyle/>
          <a:p>
            <a:pPr lvl="0"/>
            <a:fld id="{A20C4BF6-2150-487F-8C1E-23E793CAFD15}" type="slidenum">
              <a:rPr lang="es-MX" smtClean="0"/>
              <a:t>18</a:t>
            </a:fld>
            <a:endParaRPr lang="es-MX"/>
          </a:p>
        </p:txBody>
      </p:sp>
      <p:sp>
        <p:nvSpPr>
          <p:cNvPr id="5" name="Título 1">
            <a:extLst>
              <a:ext uri="{FF2B5EF4-FFF2-40B4-BE49-F238E27FC236}">
                <a16:creationId xmlns:a16="http://schemas.microsoft.com/office/drawing/2014/main" id="{4CF9EE13-5C50-CDA0-E917-BE360674B37D}"/>
              </a:ext>
            </a:extLst>
          </p:cNvPr>
          <p:cNvSpPr>
            <a:spLocks noGrp="1"/>
          </p:cNvSpPr>
          <p:nvPr>
            <p:ph type="title"/>
          </p:nvPr>
        </p:nvSpPr>
        <p:spPr>
          <a:xfrm>
            <a:off x="513040" y="-258726"/>
            <a:ext cx="8229600" cy="1143000"/>
          </a:xfrm>
        </p:spPr>
        <p:txBody>
          <a:bodyPr>
            <a:normAutofit/>
          </a:bodyPr>
          <a:lstStyle/>
          <a:p>
            <a:r>
              <a:rPr lang="es-MX" sz="3600" b="1" dirty="0" err="1">
                <a:latin typeface="Times New Roman" panose="02020603050405020304" pitchFamily="18" charset="0"/>
                <a:cs typeface="Times New Roman" panose="02020603050405020304" pitchFamily="18" charset="0"/>
              </a:rPr>
              <a:t>Preliminary</a:t>
            </a:r>
            <a:r>
              <a:rPr lang="es-MX" sz="3600" b="1" dirty="0">
                <a:latin typeface="Times New Roman" panose="02020603050405020304" pitchFamily="18" charset="0"/>
                <a:cs typeface="Times New Roman" panose="02020603050405020304" pitchFamily="18" charset="0"/>
              </a:rPr>
              <a:t> </a:t>
            </a:r>
            <a:r>
              <a:rPr lang="es-MX" sz="3600" b="1" dirty="0" err="1">
                <a:latin typeface="Times New Roman" panose="02020603050405020304" pitchFamily="18" charset="0"/>
                <a:cs typeface="Times New Roman" panose="02020603050405020304" pitchFamily="18" charset="0"/>
              </a:rPr>
              <a:t>results</a:t>
            </a:r>
            <a:endParaRPr lang="es-MX" sz="3600" b="1" dirty="0">
              <a:latin typeface="Times New Roman" panose="02020603050405020304" pitchFamily="18" charset="0"/>
              <a:cs typeface="Times New Roman" panose="02020603050405020304" pitchFamily="18" charset="0"/>
            </a:endParaRPr>
          </a:p>
        </p:txBody>
      </p:sp>
      <p:sp>
        <p:nvSpPr>
          <p:cNvPr id="12" name="Título 1">
            <a:extLst>
              <a:ext uri="{FF2B5EF4-FFF2-40B4-BE49-F238E27FC236}">
                <a16:creationId xmlns:a16="http://schemas.microsoft.com/office/drawing/2014/main" id="{CDB80F0A-DF3D-85A2-F4B6-49617D83849B}"/>
              </a:ext>
            </a:extLst>
          </p:cNvPr>
          <p:cNvSpPr txBox="1">
            <a:spLocks/>
          </p:cNvSpPr>
          <p:nvPr/>
        </p:nvSpPr>
        <p:spPr>
          <a:xfrm>
            <a:off x="672419" y="312774"/>
            <a:ext cx="8229600" cy="1143000"/>
          </a:xfrm>
          <a:prstGeom prst="rect">
            <a:avLst/>
          </a:prstGeom>
          <a:noFill/>
          <a:ln>
            <a:noFill/>
          </a:ln>
        </p:spPr>
        <p:txBody>
          <a:bodyPr vert="horz" wrap="square" lIns="91440" tIns="45720" rIns="91440" bIns="45720" anchor="ctr" anchorCtr="1" compatLnSpc="1">
            <a:normAutofit/>
          </a:bodyPr>
          <a:lstStyle>
            <a:lvl1pPr marL="0" marR="0" lvl="0" indent="0" algn="ctr" defTabSz="457200" rtl="0" fontAlgn="auto" hangingPunct="1">
              <a:lnSpc>
                <a:spcPct val="100000"/>
              </a:lnSpc>
              <a:spcBef>
                <a:spcPts val="0"/>
              </a:spcBef>
              <a:spcAft>
                <a:spcPts val="0"/>
              </a:spcAft>
              <a:buNone/>
              <a:tabLst/>
              <a:defRPr lang="es-ES" sz="4400" b="0" i="0" u="none" strike="noStrike" kern="1200" cap="none" spc="0" baseline="0">
                <a:solidFill>
                  <a:srgbClr val="000000"/>
                </a:solidFill>
                <a:uFillTx/>
                <a:latin typeface="Calibri"/>
              </a:defRPr>
            </a:lvl1pPr>
          </a:lstStyle>
          <a:p>
            <a:r>
              <a:rPr lang="es-MX" sz="2400" b="1" dirty="0">
                <a:latin typeface="Times New Roman" panose="02020603050405020304" pitchFamily="18" charset="0"/>
                <a:cs typeface="Times New Roman" panose="02020603050405020304" pitchFamily="18" charset="0"/>
              </a:rPr>
              <a:t>Case 3: </a:t>
            </a:r>
            <a:r>
              <a:rPr lang="es-MX" sz="2400" b="1" dirty="0" err="1">
                <a:latin typeface="Times New Roman" panose="02020603050405020304" pitchFamily="18" charset="0"/>
                <a:cs typeface="Times New Roman" panose="02020603050405020304" pitchFamily="18" charset="0"/>
              </a:rPr>
              <a:t>Ionosphere</a:t>
            </a:r>
            <a:endParaRPr lang="es-MX" sz="2400" b="1" dirty="0">
              <a:latin typeface="Times New Roman" panose="02020603050405020304" pitchFamily="18" charset="0"/>
              <a:cs typeface="Times New Roman" panose="02020603050405020304" pitchFamily="18" charset="0"/>
            </a:endParaRPr>
          </a:p>
        </p:txBody>
      </p:sp>
      <p:pic>
        <p:nvPicPr>
          <p:cNvPr id="6" name="Imagen 5">
            <a:extLst>
              <a:ext uri="{FF2B5EF4-FFF2-40B4-BE49-F238E27FC236}">
                <a16:creationId xmlns:a16="http://schemas.microsoft.com/office/drawing/2014/main" id="{9B26F401-5AAF-0027-61A2-A685FB5E1B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212850"/>
            <a:ext cx="9144000" cy="5143501"/>
          </a:xfrm>
          <a:prstGeom prst="rect">
            <a:avLst/>
          </a:prstGeom>
        </p:spPr>
      </p:pic>
    </p:spTree>
    <p:extLst>
      <p:ext uri="{BB962C8B-B14F-4D97-AF65-F5344CB8AC3E}">
        <p14:creationId xmlns:p14="http://schemas.microsoft.com/office/powerpoint/2010/main" val="17331277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F896A-1E02-D155-ADA6-2468F33F6A69}"/>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860ADF4F-8F40-BBF8-FCC4-11BFDB2AA0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74" y="938424"/>
            <a:ext cx="8261509" cy="5783056"/>
          </a:xfrm>
          <a:prstGeom prst="rect">
            <a:avLst/>
          </a:prstGeom>
        </p:spPr>
      </p:pic>
      <p:sp>
        <p:nvSpPr>
          <p:cNvPr id="4" name="Marcador de número de diapositiva 3">
            <a:extLst>
              <a:ext uri="{FF2B5EF4-FFF2-40B4-BE49-F238E27FC236}">
                <a16:creationId xmlns:a16="http://schemas.microsoft.com/office/drawing/2014/main" id="{B184F438-D5FF-31C5-2C39-33EAD5825BB4}"/>
              </a:ext>
            </a:extLst>
          </p:cNvPr>
          <p:cNvSpPr>
            <a:spLocks noGrp="1"/>
          </p:cNvSpPr>
          <p:nvPr>
            <p:ph type="sldNum" sz="quarter" idx="8"/>
          </p:nvPr>
        </p:nvSpPr>
        <p:spPr/>
        <p:txBody>
          <a:bodyPr/>
          <a:lstStyle/>
          <a:p>
            <a:pPr lvl="0"/>
            <a:fld id="{A20C4BF6-2150-487F-8C1E-23E793CAFD15}" type="slidenum">
              <a:rPr lang="es-MX" smtClean="0"/>
              <a:t>19</a:t>
            </a:fld>
            <a:endParaRPr lang="es-MX"/>
          </a:p>
        </p:txBody>
      </p:sp>
      <p:sp>
        <p:nvSpPr>
          <p:cNvPr id="5" name="Título 1">
            <a:extLst>
              <a:ext uri="{FF2B5EF4-FFF2-40B4-BE49-F238E27FC236}">
                <a16:creationId xmlns:a16="http://schemas.microsoft.com/office/drawing/2014/main" id="{2AF07182-D9C5-8147-BF61-886D87E15AB6}"/>
              </a:ext>
            </a:extLst>
          </p:cNvPr>
          <p:cNvSpPr>
            <a:spLocks noGrp="1"/>
          </p:cNvSpPr>
          <p:nvPr>
            <p:ph type="title"/>
          </p:nvPr>
        </p:nvSpPr>
        <p:spPr>
          <a:xfrm>
            <a:off x="596802" y="-258726"/>
            <a:ext cx="8229600" cy="1143000"/>
          </a:xfrm>
        </p:spPr>
        <p:txBody>
          <a:bodyPr>
            <a:normAutofit/>
          </a:bodyPr>
          <a:lstStyle/>
          <a:p>
            <a:r>
              <a:rPr lang="es-MX" sz="3600" b="1" dirty="0" err="1">
                <a:latin typeface="Times New Roman" panose="02020603050405020304" pitchFamily="18" charset="0"/>
                <a:cs typeface="Times New Roman" panose="02020603050405020304" pitchFamily="18" charset="0"/>
              </a:rPr>
              <a:t>Preliminary</a:t>
            </a:r>
            <a:r>
              <a:rPr lang="es-MX" sz="3600" b="1" dirty="0">
                <a:latin typeface="Times New Roman" panose="02020603050405020304" pitchFamily="18" charset="0"/>
                <a:cs typeface="Times New Roman" panose="02020603050405020304" pitchFamily="18" charset="0"/>
              </a:rPr>
              <a:t> </a:t>
            </a:r>
            <a:r>
              <a:rPr lang="es-MX" sz="3600" b="1" dirty="0" err="1">
                <a:latin typeface="Times New Roman" panose="02020603050405020304" pitchFamily="18" charset="0"/>
                <a:cs typeface="Times New Roman" panose="02020603050405020304" pitchFamily="18" charset="0"/>
              </a:rPr>
              <a:t>results</a:t>
            </a:r>
            <a:endParaRPr lang="es-MX" sz="3600" b="1" dirty="0">
              <a:latin typeface="Times New Roman" panose="02020603050405020304" pitchFamily="18" charset="0"/>
              <a:cs typeface="Times New Roman" panose="02020603050405020304" pitchFamily="18" charset="0"/>
            </a:endParaRPr>
          </a:p>
        </p:txBody>
      </p:sp>
      <p:sp>
        <p:nvSpPr>
          <p:cNvPr id="12" name="Título 1">
            <a:extLst>
              <a:ext uri="{FF2B5EF4-FFF2-40B4-BE49-F238E27FC236}">
                <a16:creationId xmlns:a16="http://schemas.microsoft.com/office/drawing/2014/main" id="{97291F7C-4512-257A-2F78-1E72B5EFE9D6}"/>
              </a:ext>
            </a:extLst>
          </p:cNvPr>
          <p:cNvSpPr txBox="1">
            <a:spLocks/>
          </p:cNvSpPr>
          <p:nvPr/>
        </p:nvSpPr>
        <p:spPr>
          <a:xfrm>
            <a:off x="582842" y="312774"/>
            <a:ext cx="8229600" cy="1143000"/>
          </a:xfrm>
          <a:prstGeom prst="rect">
            <a:avLst/>
          </a:prstGeom>
          <a:noFill/>
          <a:ln>
            <a:noFill/>
          </a:ln>
        </p:spPr>
        <p:txBody>
          <a:bodyPr vert="horz" wrap="square" lIns="91440" tIns="45720" rIns="91440" bIns="45720" anchor="ctr" anchorCtr="1" compatLnSpc="1">
            <a:normAutofit/>
          </a:bodyPr>
          <a:lstStyle>
            <a:lvl1pPr marL="0" marR="0" lvl="0" indent="0" algn="ctr" defTabSz="457200" rtl="0" fontAlgn="auto" hangingPunct="1">
              <a:lnSpc>
                <a:spcPct val="100000"/>
              </a:lnSpc>
              <a:spcBef>
                <a:spcPts val="0"/>
              </a:spcBef>
              <a:spcAft>
                <a:spcPts val="0"/>
              </a:spcAft>
              <a:buNone/>
              <a:tabLst/>
              <a:defRPr lang="es-ES" sz="4400" b="0" i="0" u="none" strike="noStrike" kern="1200" cap="none" spc="0" baseline="0">
                <a:solidFill>
                  <a:srgbClr val="000000"/>
                </a:solidFill>
                <a:uFillTx/>
                <a:latin typeface="Calibri"/>
              </a:defRPr>
            </a:lvl1pPr>
          </a:lstStyle>
          <a:p>
            <a:r>
              <a:rPr lang="es-MX" sz="2400" b="1" dirty="0">
                <a:latin typeface="Times New Roman" panose="02020603050405020304" pitchFamily="18" charset="0"/>
                <a:cs typeface="Times New Roman" panose="02020603050405020304" pitchFamily="18" charset="0"/>
              </a:rPr>
              <a:t>Case 3: </a:t>
            </a:r>
            <a:r>
              <a:rPr lang="es-MX" sz="2400" b="1" dirty="0" err="1">
                <a:latin typeface="Times New Roman" panose="02020603050405020304" pitchFamily="18" charset="0"/>
                <a:cs typeface="Times New Roman" panose="02020603050405020304" pitchFamily="18" charset="0"/>
              </a:rPr>
              <a:t>Ionosphere</a:t>
            </a:r>
            <a:endParaRPr lang="es-MX" sz="2400" b="1" dirty="0">
              <a:latin typeface="Times New Roman" panose="02020603050405020304" pitchFamily="18" charset="0"/>
              <a:cs typeface="Times New Roman" panose="02020603050405020304" pitchFamily="18" charset="0"/>
            </a:endParaRPr>
          </a:p>
        </p:txBody>
      </p:sp>
      <p:sp>
        <p:nvSpPr>
          <p:cNvPr id="3" name="Rectángulo: esquinas redondeadas 8">
            <a:extLst>
              <a:ext uri="{FF2B5EF4-FFF2-40B4-BE49-F238E27FC236}">
                <a16:creationId xmlns:a16="http://schemas.microsoft.com/office/drawing/2014/main" id="{BAE7EB80-EAD4-B07F-DB38-15693CBC2B79}"/>
              </a:ext>
            </a:extLst>
          </p:cNvPr>
          <p:cNvSpPr>
            <a:spLocks noChangeArrowheads="1"/>
          </p:cNvSpPr>
          <p:nvPr/>
        </p:nvSpPr>
        <p:spPr bwMode="auto">
          <a:xfrm>
            <a:off x="7504870" y="1885950"/>
            <a:ext cx="1577975" cy="1044575"/>
          </a:xfrm>
          <a:prstGeom prst="roundRect">
            <a:avLst>
              <a:gd name="adj" fmla="val 16667"/>
            </a:avLst>
          </a:prstGeom>
          <a:solidFill>
            <a:srgbClr val="4EA72E"/>
          </a:solidFill>
          <a:ln w="19050" algn="ctr">
            <a:solidFill>
              <a:srgbClr val="1C440D"/>
            </a:solidFill>
            <a:miter lim="800000"/>
            <a:headEnd/>
            <a:tailEnd/>
          </a:ln>
        </p:spPr>
        <p:txBody>
          <a:bodyPr anchor="ctr"/>
          <a:lstStyle>
            <a:lvl1pPr>
              <a:spcBef>
                <a:spcPct val="20000"/>
              </a:spcBef>
              <a:buChar char="•"/>
              <a:defRPr sz="3200">
                <a:solidFill>
                  <a:schemeClr val="tx1"/>
                </a:solidFill>
                <a:latin typeface="Arial" panose="020B0604020202020204" pitchFamily="34" charset="0"/>
              </a:defRPr>
            </a:lvl1pPr>
            <a:lvl2pPr indent="-285750">
              <a:spcBef>
                <a:spcPct val="20000"/>
              </a:spcBef>
              <a:buChar char="–"/>
              <a:defRPr sz="2800">
                <a:solidFill>
                  <a:schemeClr val="tx1"/>
                </a:solidFill>
                <a:latin typeface="Arial" panose="020B0604020202020204" pitchFamily="34" charset="0"/>
              </a:defRPr>
            </a:lvl2pPr>
            <a:lvl3pPr indent="-228600">
              <a:spcBef>
                <a:spcPct val="20000"/>
              </a:spcBef>
              <a:buChar char="•"/>
              <a:defRPr sz="2400">
                <a:solidFill>
                  <a:schemeClr val="tx1"/>
                </a:solidFill>
                <a:latin typeface="Arial" panose="020B0604020202020204" pitchFamily="34" charset="0"/>
              </a:defRPr>
            </a:lvl3pPr>
            <a:lvl4pPr indent="-228600">
              <a:spcBef>
                <a:spcPct val="20000"/>
              </a:spcBef>
              <a:buChar char="–"/>
              <a:defRPr sz="2000">
                <a:solidFill>
                  <a:schemeClr val="tx1"/>
                </a:solidFill>
                <a:latin typeface="Arial" panose="020B0604020202020204" pitchFamily="34" charset="0"/>
              </a:defRPr>
            </a:lvl4pPr>
            <a:lvl5pPr indent="-228600">
              <a:spcBef>
                <a:spcPct val="20000"/>
              </a:spcBef>
              <a:buChar char="»"/>
              <a:defRPr sz="2000">
                <a:solidFill>
                  <a:schemeClr val="tx1"/>
                </a:solidFill>
                <a:latin typeface="Arial" panose="020B0604020202020204" pitchFamily="34" charset="0"/>
              </a:defRPr>
            </a:lvl5pPr>
            <a:lvl6pPr indent="-228600" eaLnBrk="0" fontAlgn="base" hangingPunct="0">
              <a:spcBef>
                <a:spcPct val="20000"/>
              </a:spcBef>
              <a:spcAft>
                <a:spcPct val="0"/>
              </a:spcAft>
              <a:buChar char="»"/>
              <a:defRPr sz="2000">
                <a:solidFill>
                  <a:schemeClr val="tx1"/>
                </a:solidFill>
                <a:latin typeface="Arial" panose="020B0604020202020204" pitchFamily="34" charset="0"/>
              </a:defRPr>
            </a:lvl6pPr>
            <a:lvl7pPr indent="-228600" eaLnBrk="0" fontAlgn="base" hangingPunct="0">
              <a:spcBef>
                <a:spcPct val="20000"/>
              </a:spcBef>
              <a:spcAft>
                <a:spcPct val="0"/>
              </a:spcAft>
              <a:buChar char="»"/>
              <a:defRPr sz="2000">
                <a:solidFill>
                  <a:schemeClr val="tx1"/>
                </a:solidFill>
                <a:latin typeface="Arial" panose="020B0604020202020204" pitchFamily="34" charset="0"/>
              </a:defRPr>
            </a:lvl7pPr>
            <a:lvl8pPr indent="-228600" eaLnBrk="0" fontAlgn="base" hangingPunct="0">
              <a:spcBef>
                <a:spcPct val="20000"/>
              </a:spcBef>
              <a:spcAft>
                <a:spcPct val="0"/>
              </a:spcAft>
              <a:buChar char="»"/>
              <a:defRPr sz="2000">
                <a:solidFill>
                  <a:schemeClr val="tx1"/>
                </a:solidFill>
                <a:latin typeface="Arial" panose="020B0604020202020204" pitchFamily="34" charset="0"/>
              </a:defRPr>
            </a:lvl8pPr>
            <a:lvl9pPr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s-MX" altLang="es-MX" sz="1800" dirty="0">
                <a:solidFill>
                  <a:srgbClr val="FFFFFF"/>
                </a:solidFill>
                <a:latin typeface="Aptos" panose="020B0004020202020204" pitchFamily="34" charset="0"/>
              </a:rPr>
              <a:t>Variables</a:t>
            </a:r>
          </a:p>
          <a:p>
            <a:pPr algn="ctr" eaLnBrk="1" hangingPunct="1">
              <a:spcBef>
                <a:spcPct val="0"/>
              </a:spcBef>
              <a:buFontTx/>
              <a:buNone/>
            </a:pPr>
            <a:r>
              <a:rPr lang="es-MX" altLang="es-MX" sz="1800" dirty="0">
                <a:solidFill>
                  <a:srgbClr val="FFFFFF"/>
                </a:solidFill>
                <a:latin typeface="Aptos" panose="020B0004020202020204" pitchFamily="34" charset="0"/>
              </a:rPr>
              <a:t>7/34</a:t>
            </a:r>
          </a:p>
        </p:txBody>
      </p:sp>
      <p:sp>
        <p:nvSpPr>
          <p:cNvPr id="6" name="Rectángulo: esquinas redondeadas 9">
            <a:extLst>
              <a:ext uri="{FF2B5EF4-FFF2-40B4-BE49-F238E27FC236}">
                <a16:creationId xmlns:a16="http://schemas.microsoft.com/office/drawing/2014/main" id="{FBA7BB24-A5B2-B450-542C-385B54666D91}"/>
              </a:ext>
            </a:extLst>
          </p:cNvPr>
          <p:cNvSpPr>
            <a:spLocks noChangeArrowheads="1"/>
          </p:cNvSpPr>
          <p:nvPr/>
        </p:nvSpPr>
        <p:spPr bwMode="auto">
          <a:xfrm>
            <a:off x="7522312" y="3489325"/>
            <a:ext cx="1576387" cy="1157288"/>
          </a:xfrm>
          <a:prstGeom prst="roundRect">
            <a:avLst>
              <a:gd name="adj" fmla="val 16667"/>
            </a:avLst>
          </a:prstGeom>
          <a:solidFill>
            <a:srgbClr val="4EA72E"/>
          </a:solidFill>
          <a:ln w="19050" algn="ctr">
            <a:solidFill>
              <a:srgbClr val="1C440D"/>
            </a:solidFill>
            <a:miter lim="800000"/>
            <a:headEnd/>
            <a:tailEnd/>
          </a:ln>
        </p:spPr>
        <p:txBody>
          <a:bodyPr anchor="ctr"/>
          <a:lstStyle>
            <a:lvl1pPr>
              <a:spcBef>
                <a:spcPct val="20000"/>
              </a:spcBef>
              <a:buChar char="•"/>
              <a:defRPr sz="3200">
                <a:solidFill>
                  <a:schemeClr val="tx1"/>
                </a:solidFill>
                <a:latin typeface="Arial" panose="020B0604020202020204" pitchFamily="34" charset="0"/>
              </a:defRPr>
            </a:lvl1pPr>
            <a:lvl2pPr indent="-285750">
              <a:spcBef>
                <a:spcPct val="20000"/>
              </a:spcBef>
              <a:buChar char="–"/>
              <a:defRPr sz="2800">
                <a:solidFill>
                  <a:schemeClr val="tx1"/>
                </a:solidFill>
                <a:latin typeface="Arial" panose="020B0604020202020204" pitchFamily="34" charset="0"/>
              </a:defRPr>
            </a:lvl2pPr>
            <a:lvl3pPr indent="-228600">
              <a:spcBef>
                <a:spcPct val="20000"/>
              </a:spcBef>
              <a:buChar char="•"/>
              <a:defRPr sz="2400">
                <a:solidFill>
                  <a:schemeClr val="tx1"/>
                </a:solidFill>
                <a:latin typeface="Arial" panose="020B0604020202020204" pitchFamily="34" charset="0"/>
              </a:defRPr>
            </a:lvl3pPr>
            <a:lvl4pPr indent="-228600">
              <a:spcBef>
                <a:spcPct val="20000"/>
              </a:spcBef>
              <a:buChar char="–"/>
              <a:defRPr sz="2000">
                <a:solidFill>
                  <a:schemeClr val="tx1"/>
                </a:solidFill>
                <a:latin typeface="Arial" panose="020B0604020202020204" pitchFamily="34" charset="0"/>
              </a:defRPr>
            </a:lvl4pPr>
            <a:lvl5pPr indent="-228600">
              <a:spcBef>
                <a:spcPct val="20000"/>
              </a:spcBef>
              <a:buChar char="»"/>
              <a:defRPr sz="2000">
                <a:solidFill>
                  <a:schemeClr val="tx1"/>
                </a:solidFill>
                <a:latin typeface="Arial" panose="020B0604020202020204" pitchFamily="34" charset="0"/>
              </a:defRPr>
            </a:lvl5pPr>
            <a:lvl6pPr indent="-228600" eaLnBrk="0" fontAlgn="base" hangingPunct="0">
              <a:spcBef>
                <a:spcPct val="20000"/>
              </a:spcBef>
              <a:spcAft>
                <a:spcPct val="0"/>
              </a:spcAft>
              <a:buChar char="»"/>
              <a:defRPr sz="2000">
                <a:solidFill>
                  <a:schemeClr val="tx1"/>
                </a:solidFill>
                <a:latin typeface="Arial" panose="020B0604020202020204" pitchFamily="34" charset="0"/>
              </a:defRPr>
            </a:lvl6pPr>
            <a:lvl7pPr indent="-228600" eaLnBrk="0" fontAlgn="base" hangingPunct="0">
              <a:spcBef>
                <a:spcPct val="20000"/>
              </a:spcBef>
              <a:spcAft>
                <a:spcPct val="0"/>
              </a:spcAft>
              <a:buChar char="»"/>
              <a:defRPr sz="2000">
                <a:solidFill>
                  <a:schemeClr val="tx1"/>
                </a:solidFill>
                <a:latin typeface="Arial" panose="020B0604020202020204" pitchFamily="34" charset="0"/>
              </a:defRPr>
            </a:lvl7pPr>
            <a:lvl8pPr indent="-228600" eaLnBrk="0" fontAlgn="base" hangingPunct="0">
              <a:spcBef>
                <a:spcPct val="20000"/>
              </a:spcBef>
              <a:spcAft>
                <a:spcPct val="0"/>
              </a:spcAft>
              <a:buChar char="»"/>
              <a:defRPr sz="2000">
                <a:solidFill>
                  <a:schemeClr val="tx1"/>
                </a:solidFill>
                <a:latin typeface="Arial" panose="020B0604020202020204" pitchFamily="34" charset="0"/>
              </a:defRPr>
            </a:lvl8pPr>
            <a:lvl9pPr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None/>
            </a:pPr>
            <a:r>
              <a:rPr lang="es-MX" altLang="es-MX" sz="1800" dirty="0" err="1">
                <a:solidFill>
                  <a:srgbClr val="FFFFFF"/>
                </a:solidFill>
                <a:latin typeface="Aptos" panose="020B0004020202020204" pitchFamily="34" charset="0"/>
              </a:rPr>
              <a:t>Expanded</a:t>
            </a:r>
            <a:r>
              <a:rPr lang="es-MX" altLang="es-MX" sz="1800" dirty="0">
                <a:solidFill>
                  <a:srgbClr val="FFFFFF"/>
                </a:solidFill>
                <a:latin typeface="Aptos" panose="020B0004020202020204" pitchFamily="34" charset="0"/>
              </a:rPr>
              <a:t> </a:t>
            </a:r>
            <a:r>
              <a:rPr lang="es-MX" altLang="es-MX" sz="1800" dirty="0" err="1">
                <a:solidFill>
                  <a:srgbClr val="FFFFFF"/>
                </a:solidFill>
                <a:latin typeface="Aptos" panose="020B0004020202020204" pitchFamily="34" charset="0"/>
              </a:rPr>
              <a:t>terms</a:t>
            </a:r>
            <a:endParaRPr lang="es-MX" altLang="es-MX" sz="1800" dirty="0">
              <a:solidFill>
                <a:srgbClr val="FFFFFF"/>
              </a:solidFill>
              <a:latin typeface="Aptos" panose="020B0004020202020204" pitchFamily="34" charset="0"/>
            </a:endParaRPr>
          </a:p>
          <a:p>
            <a:pPr algn="ctr">
              <a:spcBef>
                <a:spcPct val="0"/>
              </a:spcBef>
              <a:buNone/>
            </a:pPr>
            <a:r>
              <a:rPr lang="es-MX" altLang="es-MX" sz="1800" dirty="0">
                <a:solidFill>
                  <a:srgbClr val="FFFFFF"/>
                </a:solidFill>
                <a:latin typeface="Aptos" panose="020B0004020202020204" pitchFamily="34" charset="0"/>
              </a:rPr>
              <a:t>16/35</a:t>
            </a:r>
          </a:p>
        </p:txBody>
      </p:sp>
    </p:spTree>
    <p:extLst>
      <p:ext uri="{BB962C8B-B14F-4D97-AF65-F5344CB8AC3E}">
        <p14:creationId xmlns:p14="http://schemas.microsoft.com/office/powerpoint/2010/main" val="17749730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CA9A4-3103-51D8-8098-DD86D89DB5F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4FF4A59-D336-1877-01A0-126FCE1ACE1B}"/>
              </a:ext>
            </a:extLst>
          </p:cNvPr>
          <p:cNvSpPr>
            <a:spLocks noGrp="1"/>
          </p:cNvSpPr>
          <p:nvPr>
            <p:ph type="title"/>
          </p:nvPr>
        </p:nvSpPr>
        <p:spPr>
          <a:xfrm>
            <a:off x="1356496" y="136525"/>
            <a:ext cx="6428720" cy="540881"/>
          </a:xfrm>
        </p:spPr>
        <p:txBody>
          <a:bodyPr anchor="b">
            <a:normAutofit fontScale="90000"/>
          </a:bodyPr>
          <a:lstStyle/>
          <a:p>
            <a:br>
              <a:rPr lang="es-MX" sz="3500" noProof="0" dirty="0"/>
            </a:br>
            <a:r>
              <a:rPr lang="es-MX" sz="3500" b="1" noProof="0" dirty="0" err="1"/>
              <a:t>Preliminary</a:t>
            </a:r>
            <a:r>
              <a:rPr lang="es-MX" sz="3500" b="1" noProof="0" dirty="0"/>
              <a:t> </a:t>
            </a:r>
            <a:r>
              <a:rPr lang="es-MX" sz="3500" b="1" noProof="0" dirty="0" err="1"/>
              <a:t>results</a:t>
            </a:r>
            <a:endParaRPr lang="es-MX" sz="3500" b="1" noProof="0" dirty="0"/>
          </a:p>
        </p:txBody>
      </p:sp>
      <p:sp>
        <p:nvSpPr>
          <p:cNvPr id="4" name="Marcador de número de diapositiva 3">
            <a:extLst>
              <a:ext uri="{FF2B5EF4-FFF2-40B4-BE49-F238E27FC236}">
                <a16:creationId xmlns:a16="http://schemas.microsoft.com/office/drawing/2014/main" id="{0743AC0A-7284-2B28-58B1-D014C4A08BDB}"/>
              </a:ext>
            </a:extLst>
          </p:cNvPr>
          <p:cNvSpPr>
            <a:spLocks noGrp="1"/>
          </p:cNvSpPr>
          <p:nvPr>
            <p:ph type="sldNum" sz="quarter" idx="8"/>
          </p:nvPr>
        </p:nvSpPr>
        <p:spPr>
          <a:xfrm>
            <a:off x="6457950" y="6356350"/>
            <a:ext cx="2057400" cy="365125"/>
          </a:xfrm>
        </p:spPr>
        <p:txBody>
          <a:bodyPr>
            <a:normAutofit/>
          </a:bodyPr>
          <a:lstStyle/>
          <a:p>
            <a:pPr lvl="0">
              <a:spcAft>
                <a:spcPts val="600"/>
              </a:spcAft>
            </a:pPr>
            <a:fld id="{A20C4BF6-2150-487F-8C1E-23E793CAFD15}" type="slidenum">
              <a:rPr lang="es-MX" smtClean="0"/>
              <a:pPr lvl="0">
                <a:spcAft>
                  <a:spcPts val="600"/>
                </a:spcAft>
              </a:pPr>
              <a:t>20</a:t>
            </a:fld>
            <a:endParaRPr lang="es-MX"/>
          </a:p>
        </p:txBody>
      </p:sp>
      <p:sp>
        <p:nvSpPr>
          <p:cNvPr id="3" name="CuadroTexto 3">
            <a:extLst>
              <a:ext uri="{FF2B5EF4-FFF2-40B4-BE49-F238E27FC236}">
                <a16:creationId xmlns:a16="http://schemas.microsoft.com/office/drawing/2014/main" id="{12A88895-6F45-5DF3-BC72-E8220E006413}"/>
              </a:ext>
            </a:extLst>
          </p:cNvPr>
          <p:cNvSpPr txBox="1">
            <a:spLocks noChangeArrowheads="1"/>
          </p:cNvSpPr>
          <p:nvPr/>
        </p:nvSpPr>
        <p:spPr bwMode="auto">
          <a:xfrm>
            <a:off x="1143000" y="771525"/>
            <a:ext cx="6324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s-MX" sz="2800" b="1" dirty="0">
                <a:latin typeface="Times New Roman" panose="02020603050405020304" pitchFamily="18" charset="0"/>
                <a:cs typeface="Times New Roman" panose="02020603050405020304" pitchFamily="18" charset="0"/>
              </a:rPr>
              <a:t>Accuracy comparisons by method</a:t>
            </a:r>
            <a:endParaRPr lang="es-MX" altLang="es-MX" sz="2800" b="1" dirty="0">
              <a:latin typeface="Times New Roman" panose="02020603050405020304" pitchFamily="18" charset="0"/>
              <a:cs typeface="Times New Roman" panose="02020603050405020304" pitchFamily="18" charset="0"/>
            </a:endParaRPr>
          </a:p>
        </p:txBody>
      </p:sp>
      <p:graphicFrame>
        <p:nvGraphicFramePr>
          <p:cNvPr id="7" name="Tabla 6">
            <a:extLst>
              <a:ext uri="{FF2B5EF4-FFF2-40B4-BE49-F238E27FC236}">
                <a16:creationId xmlns:a16="http://schemas.microsoft.com/office/drawing/2014/main" id="{60044873-661D-8009-B58B-67039A7EC920}"/>
              </a:ext>
            </a:extLst>
          </p:cNvPr>
          <p:cNvGraphicFramePr>
            <a:graphicFrameLocks noGrp="1"/>
          </p:cNvGraphicFramePr>
          <p:nvPr>
            <p:extLst>
              <p:ext uri="{D42A27DB-BD31-4B8C-83A1-F6EECF244321}">
                <p14:modId xmlns:p14="http://schemas.microsoft.com/office/powerpoint/2010/main" val="3421084014"/>
              </p:ext>
            </p:extLst>
          </p:nvPr>
        </p:nvGraphicFramePr>
        <p:xfrm>
          <a:off x="457200" y="1771871"/>
          <a:ext cx="8229600" cy="2144420"/>
        </p:xfrm>
        <a:graphic>
          <a:graphicData uri="http://schemas.openxmlformats.org/drawingml/2006/table">
            <a:tbl>
              <a:tblPr/>
              <a:tblGrid>
                <a:gridCol w="1491770">
                  <a:extLst>
                    <a:ext uri="{9D8B030D-6E8A-4147-A177-3AD203B41FA5}">
                      <a16:colId xmlns:a16="http://schemas.microsoft.com/office/drawing/2014/main" val="3582990536"/>
                    </a:ext>
                  </a:extLst>
                </a:gridCol>
                <a:gridCol w="1093965">
                  <a:extLst>
                    <a:ext uri="{9D8B030D-6E8A-4147-A177-3AD203B41FA5}">
                      <a16:colId xmlns:a16="http://schemas.microsoft.com/office/drawing/2014/main" val="350240260"/>
                    </a:ext>
                  </a:extLst>
                </a:gridCol>
                <a:gridCol w="1093965">
                  <a:extLst>
                    <a:ext uri="{9D8B030D-6E8A-4147-A177-3AD203B41FA5}">
                      <a16:colId xmlns:a16="http://schemas.microsoft.com/office/drawing/2014/main" val="2363102301"/>
                    </a:ext>
                  </a:extLst>
                </a:gridCol>
                <a:gridCol w="1093965">
                  <a:extLst>
                    <a:ext uri="{9D8B030D-6E8A-4147-A177-3AD203B41FA5}">
                      <a16:colId xmlns:a16="http://schemas.microsoft.com/office/drawing/2014/main" val="2657764770"/>
                    </a:ext>
                  </a:extLst>
                </a:gridCol>
                <a:gridCol w="1093965">
                  <a:extLst>
                    <a:ext uri="{9D8B030D-6E8A-4147-A177-3AD203B41FA5}">
                      <a16:colId xmlns:a16="http://schemas.microsoft.com/office/drawing/2014/main" val="2686255309"/>
                    </a:ext>
                  </a:extLst>
                </a:gridCol>
                <a:gridCol w="1205848">
                  <a:extLst>
                    <a:ext uri="{9D8B030D-6E8A-4147-A177-3AD203B41FA5}">
                      <a16:colId xmlns:a16="http://schemas.microsoft.com/office/drawing/2014/main" val="1804251586"/>
                    </a:ext>
                  </a:extLst>
                </a:gridCol>
                <a:gridCol w="1156122">
                  <a:extLst>
                    <a:ext uri="{9D8B030D-6E8A-4147-A177-3AD203B41FA5}">
                      <a16:colId xmlns:a16="http://schemas.microsoft.com/office/drawing/2014/main" val="3606764124"/>
                    </a:ext>
                  </a:extLst>
                </a:gridCol>
              </a:tblGrid>
              <a:tr h="590492">
                <a:tc>
                  <a:txBody>
                    <a:bodyPr/>
                    <a:lstStyle/>
                    <a:p>
                      <a:pPr algn="ctr" rtl="0" fontAlgn="ctr">
                        <a:buNone/>
                      </a:pPr>
                      <a:r>
                        <a:rPr lang="es-MX" sz="1800" b="1" i="0" u="none" strike="noStrike">
                          <a:solidFill>
                            <a:srgbClr val="FFFFFF"/>
                          </a:solidFill>
                          <a:effectLst/>
                          <a:latin typeface="Calibri" panose="020F0502020204030204" pitchFamily="34" charset="0"/>
                        </a:rPr>
                        <a:t>Dataset</a:t>
                      </a:r>
                    </a:p>
                  </a:txBody>
                  <a:tcPr marL="6216" marR="6216" marT="6216"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F81BC"/>
                    </a:solidFill>
                  </a:tcPr>
                </a:tc>
                <a:tc>
                  <a:txBody>
                    <a:bodyPr/>
                    <a:lstStyle/>
                    <a:p>
                      <a:pPr algn="ctr" rtl="0" fontAlgn="ctr">
                        <a:buNone/>
                      </a:pPr>
                      <a:r>
                        <a:rPr lang="es-MX" sz="1800" b="1" i="0" u="none" strike="noStrike">
                          <a:solidFill>
                            <a:srgbClr val="FFFFFF"/>
                          </a:solidFill>
                          <a:effectLst/>
                          <a:latin typeface="Calibri" panose="020F0502020204030204" pitchFamily="34" charset="0"/>
                        </a:rPr>
                        <a:t>LDA</a:t>
                      </a:r>
                    </a:p>
                  </a:txBody>
                  <a:tcPr marL="6216" marR="6216" marT="6216"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F81BC"/>
                    </a:solidFill>
                  </a:tcPr>
                </a:tc>
                <a:tc>
                  <a:txBody>
                    <a:bodyPr/>
                    <a:lstStyle/>
                    <a:p>
                      <a:pPr algn="ctr" rtl="0" fontAlgn="ctr">
                        <a:buNone/>
                      </a:pPr>
                      <a:r>
                        <a:rPr lang="es-MX" sz="1800" b="1" i="0" u="none" strike="noStrike">
                          <a:solidFill>
                            <a:srgbClr val="FFFFFF"/>
                          </a:solidFill>
                          <a:effectLst/>
                          <a:latin typeface="Calibri" panose="020F0502020204030204" pitchFamily="34" charset="0"/>
                        </a:rPr>
                        <a:t>QDA</a:t>
                      </a:r>
                    </a:p>
                  </a:txBody>
                  <a:tcPr marL="6216" marR="6216" marT="6216"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F81BC"/>
                    </a:solidFill>
                  </a:tcPr>
                </a:tc>
                <a:tc>
                  <a:txBody>
                    <a:bodyPr/>
                    <a:lstStyle/>
                    <a:p>
                      <a:pPr algn="ctr" rtl="0" fontAlgn="ctr">
                        <a:buNone/>
                      </a:pPr>
                      <a:r>
                        <a:rPr lang="es-MX" sz="1800" b="1" i="0" u="none" strike="noStrike">
                          <a:solidFill>
                            <a:srgbClr val="FFFFFF"/>
                          </a:solidFill>
                          <a:effectLst/>
                          <a:latin typeface="Calibri" panose="020F0502020204030204" pitchFamily="34" charset="0"/>
                        </a:rPr>
                        <a:t>SVM Poly2</a:t>
                      </a:r>
                    </a:p>
                  </a:txBody>
                  <a:tcPr marL="6216" marR="6216" marT="6216"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F81BC"/>
                    </a:solidFill>
                  </a:tcPr>
                </a:tc>
                <a:tc>
                  <a:txBody>
                    <a:bodyPr/>
                    <a:lstStyle/>
                    <a:p>
                      <a:pPr algn="ctr" rtl="0" fontAlgn="ctr">
                        <a:buNone/>
                      </a:pPr>
                      <a:r>
                        <a:rPr lang="es-MX" sz="1800" b="1" i="0" u="none" strike="noStrike">
                          <a:solidFill>
                            <a:srgbClr val="FFFFFF"/>
                          </a:solidFill>
                          <a:effectLst/>
                          <a:latin typeface="Calibri" panose="020F0502020204030204" pitchFamily="34" charset="0"/>
                        </a:rPr>
                        <a:t>SVM Poly3</a:t>
                      </a:r>
                    </a:p>
                  </a:txBody>
                  <a:tcPr marL="6216" marR="6216" marT="6216"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F81BC"/>
                    </a:solidFill>
                  </a:tcPr>
                </a:tc>
                <a:tc>
                  <a:txBody>
                    <a:bodyPr/>
                    <a:lstStyle/>
                    <a:p>
                      <a:pPr algn="ctr" rtl="0" fontAlgn="ctr">
                        <a:buNone/>
                      </a:pPr>
                      <a:r>
                        <a:rPr lang="es-MX" sz="1800" b="1" i="0" u="none" strike="noStrike">
                          <a:solidFill>
                            <a:srgbClr val="FFFFFF"/>
                          </a:solidFill>
                          <a:effectLst/>
                          <a:latin typeface="Calibri" panose="020F0502020204030204" pitchFamily="34" charset="0"/>
                        </a:rPr>
                        <a:t>SVM GAUSS</a:t>
                      </a:r>
                    </a:p>
                  </a:txBody>
                  <a:tcPr marL="6216" marR="6216" marT="6216"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F81BC"/>
                    </a:solidFill>
                  </a:tcPr>
                </a:tc>
                <a:tc>
                  <a:txBody>
                    <a:bodyPr/>
                    <a:lstStyle/>
                    <a:p>
                      <a:pPr algn="ctr" rtl="0" fontAlgn="ctr">
                        <a:buNone/>
                      </a:pPr>
                      <a:r>
                        <a:rPr lang="es-MX" sz="1800" b="1" i="0" u="none" strike="noStrike">
                          <a:solidFill>
                            <a:srgbClr val="FFFFFF"/>
                          </a:solidFill>
                          <a:effectLst/>
                          <a:latin typeface="Calibri" panose="020F0502020204030204" pitchFamily="34" charset="0"/>
                        </a:rPr>
                        <a:t>GNLPDA</a:t>
                      </a:r>
                    </a:p>
                  </a:txBody>
                  <a:tcPr marL="6216" marR="6216" marT="6216"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F81BC"/>
                    </a:solidFill>
                  </a:tcPr>
                </a:tc>
                <a:extLst>
                  <a:ext uri="{0D108BD9-81ED-4DB2-BD59-A6C34878D82A}">
                    <a16:rowId xmlns:a16="http://schemas.microsoft.com/office/drawing/2014/main" val="1925850878"/>
                  </a:ext>
                </a:extLst>
              </a:tr>
              <a:tr h="509688">
                <a:tc>
                  <a:txBody>
                    <a:bodyPr/>
                    <a:lstStyle/>
                    <a:p>
                      <a:pPr algn="ctr" rtl="0" fontAlgn="t">
                        <a:buNone/>
                      </a:pPr>
                      <a:r>
                        <a:rPr lang="es-MX" sz="1600" b="0" i="0" u="none" strike="noStrike">
                          <a:solidFill>
                            <a:srgbClr val="000000"/>
                          </a:solidFill>
                          <a:effectLst/>
                          <a:latin typeface="Arial" panose="020B0604020202020204" pitchFamily="34" charset="0"/>
                        </a:rPr>
                        <a:t>penguins</a:t>
                      </a:r>
                    </a:p>
                  </a:txBody>
                  <a:tcPr marL="6216" marR="6216" marT="6216"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CF4"/>
                    </a:solidFill>
                  </a:tcPr>
                </a:tc>
                <a:tc>
                  <a:txBody>
                    <a:bodyPr/>
                    <a:lstStyle/>
                    <a:p>
                      <a:pPr algn="ctr" rtl="0" fontAlgn="t">
                        <a:buNone/>
                      </a:pPr>
                      <a:r>
                        <a:rPr lang="es-MX" sz="1600" b="1" i="0" u="none" strike="noStrike">
                          <a:solidFill>
                            <a:srgbClr val="000000"/>
                          </a:solidFill>
                          <a:effectLst/>
                          <a:latin typeface="Arial" panose="020B0604020202020204" pitchFamily="34" charset="0"/>
                        </a:rPr>
                        <a:t>0.99 ± 0.02</a:t>
                      </a:r>
                    </a:p>
                  </a:txBody>
                  <a:tcPr marL="6216" marR="6216" marT="6216"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CF4"/>
                    </a:solidFill>
                  </a:tcPr>
                </a:tc>
                <a:tc>
                  <a:txBody>
                    <a:bodyPr/>
                    <a:lstStyle/>
                    <a:p>
                      <a:pPr algn="ctr" rtl="0" fontAlgn="t">
                        <a:buNone/>
                      </a:pPr>
                      <a:r>
                        <a:rPr lang="es-MX" sz="1600" b="1" i="0" u="none" strike="noStrike">
                          <a:solidFill>
                            <a:srgbClr val="000000"/>
                          </a:solidFill>
                          <a:effectLst/>
                          <a:latin typeface="Arial" panose="020B0604020202020204" pitchFamily="34" charset="0"/>
                        </a:rPr>
                        <a:t>0.99 ± 0.02</a:t>
                      </a:r>
                    </a:p>
                  </a:txBody>
                  <a:tcPr marL="6216" marR="6216" marT="6216"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CF4"/>
                    </a:solidFill>
                  </a:tcPr>
                </a:tc>
                <a:tc>
                  <a:txBody>
                    <a:bodyPr/>
                    <a:lstStyle/>
                    <a:p>
                      <a:pPr algn="ctr" rtl="0" fontAlgn="t">
                        <a:buNone/>
                      </a:pPr>
                      <a:r>
                        <a:rPr lang="es-MX" sz="1600" b="1" i="0" u="none" strike="noStrike">
                          <a:solidFill>
                            <a:srgbClr val="000000"/>
                          </a:solidFill>
                          <a:effectLst/>
                          <a:latin typeface="Arial" panose="020B0604020202020204" pitchFamily="34" charset="0"/>
                        </a:rPr>
                        <a:t>0.88 ± 0.06</a:t>
                      </a:r>
                    </a:p>
                  </a:txBody>
                  <a:tcPr marL="6216" marR="6216" marT="6216"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CF4"/>
                    </a:solidFill>
                  </a:tcPr>
                </a:tc>
                <a:tc>
                  <a:txBody>
                    <a:bodyPr/>
                    <a:lstStyle/>
                    <a:p>
                      <a:pPr algn="ctr" rtl="0" fontAlgn="t">
                        <a:buNone/>
                      </a:pPr>
                      <a:r>
                        <a:rPr lang="es-MX" sz="1600" b="1" i="0" u="none" strike="noStrike">
                          <a:solidFill>
                            <a:srgbClr val="000000"/>
                          </a:solidFill>
                          <a:effectLst/>
                          <a:latin typeface="Arial" panose="020B0604020202020204" pitchFamily="34" charset="0"/>
                        </a:rPr>
                        <a:t>0.98 ± 0.02</a:t>
                      </a:r>
                    </a:p>
                  </a:txBody>
                  <a:tcPr marL="6216" marR="6216" marT="6216"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CF4"/>
                    </a:solidFill>
                  </a:tcPr>
                </a:tc>
                <a:tc>
                  <a:txBody>
                    <a:bodyPr/>
                    <a:lstStyle/>
                    <a:p>
                      <a:pPr algn="ctr" rtl="0" fontAlgn="t">
                        <a:buNone/>
                      </a:pPr>
                      <a:r>
                        <a:rPr lang="es-MX" sz="1600" b="1" i="0" u="none" strike="noStrike">
                          <a:solidFill>
                            <a:srgbClr val="000000"/>
                          </a:solidFill>
                          <a:effectLst/>
                          <a:latin typeface="Arial" panose="020B0604020202020204" pitchFamily="34" charset="0"/>
                        </a:rPr>
                        <a:t>0.98 ± 0.02</a:t>
                      </a:r>
                    </a:p>
                  </a:txBody>
                  <a:tcPr marL="6216" marR="6216" marT="6216"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CF4"/>
                    </a:solidFill>
                  </a:tcPr>
                </a:tc>
                <a:tc>
                  <a:txBody>
                    <a:bodyPr/>
                    <a:lstStyle/>
                    <a:p>
                      <a:pPr algn="l" rtl="0" fontAlgn="t">
                        <a:buNone/>
                      </a:pPr>
                      <a:r>
                        <a:rPr lang="es-MX" sz="1600" b="0" i="0" u="none" strike="noStrike">
                          <a:solidFill>
                            <a:srgbClr val="000000"/>
                          </a:solidFill>
                          <a:effectLst/>
                          <a:latin typeface="Arial" panose="020B0604020202020204" pitchFamily="34" charset="0"/>
                        </a:rPr>
                        <a:t>0.99 ± 0.00</a:t>
                      </a:r>
                    </a:p>
                  </a:txBody>
                  <a:tcPr marL="6216" marR="6216" marT="6216"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CF4"/>
                    </a:solidFill>
                  </a:tcPr>
                </a:tc>
                <a:extLst>
                  <a:ext uri="{0D108BD9-81ED-4DB2-BD59-A6C34878D82A}">
                    <a16:rowId xmlns:a16="http://schemas.microsoft.com/office/drawing/2014/main" val="1991617303"/>
                  </a:ext>
                </a:extLst>
              </a:tr>
              <a:tr h="522120">
                <a:tc>
                  <a:txBody>
                    <a:bodyPr/>
                    <a:lstStyle/>
                    <a:p>
                      <a:pPr algn="ctr" rtl="0" fontAlgn="t">
                        <a:buNone/>
                      </a:pPr>
                      <a:r>
                        <a:rPr lang="es-MX" sz="1600" b="0" i="0" u="none" strike="noStrike">
                          <a:solidFill>
                            <a:srgbClr val="000000"/>
                          </a:solidFill>
                          <a:effectLst/>
                          <a:latin typeface="Arial" panose="020B0604020202020204" pitchFamily="34" charset="0"/>
                        </a:rPr>
                        <a:t>Cebolla10D</a:t>
                      </a:r>
                    </a:p>
                  </a:txBody>
                  <a:tcPr marL="6216" marR="6216" marT="6216"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rtl="0" fontAlgn="t">
                        <a:buNone/>
                      </a:pPr>
                      <a:r>
                        <a:rPr lang="es-MX" sz="1600" b="1" i="0" u="none" strike="noStrike">
                          <a:solidFill>
                            <a:srgbClr val="000000"/>
                          </a:solidFill>
                          <a:effectLst/>
                          <a:latin typeface="Arial" panose="020B0604020202020204" pitchFamily="34" charset="0"/>
                        </a:rPr>
                        <a:t>0.44 ± 0.10</a:t>
                      </a:r>
                    </a:p>
                  </a:txBody>
                  <a:tcPr marL="6216" marR="6216" marT="6216"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rtl="0" fontAlgn="t">
                        <a:buNone/>
                      </a:pPr>
                      <a:r>
                        <a:rPr lang="es-MX" sz="1600" b="1" i="0" u="none" strike="noStrike">
                          <a:solidFill>
                            <a:srgbClr val="000000"/>
                          </a:solidFill>
                          <a:effectLst/>
                          <a:latin typeface="Arial" panose="020B0604020202020204" pitchFamily="34" charset="0"/>
                        </a:rPr>
                        <a:t>0.87 ± 0.05</a:t>
                      </a:r>
                    </a:p>
                  </a:txBody>
                  <a:tcPr marL="6216" marR="6216" marT="6216"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rtl="0" fontAlgn="t">
                        <a:buNone/>
                      </a:pPr>
                      <a:r>
                        <a:rPr lang="es-MX" sz="1600" b="1" i="0" u="none" strike="noStrike">
                          <a:solidFill>
                            <a:srgbClr val="000000"/>
                          </a:solidFill>
                          <a:effectLst/>
                          <a:latin typeface="Arial" panose="020B0604020202020204" pitchFamily="34" charset="0"/>
                        </a:rPr>
                        <a:t>0.90 ± 0.05</a:t>
                      </a:r>
                    </a:p>
                  </a:txBody>
                  <a:tcPr marL="6216" marR="6216" marT="6216"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rtl="0" fontAlgn="t">
                        <a:buNone/>
                      </a:pPr>
                      <a:r>
                        <a:rPr lang="es-MX" sz="1600" b="1" i="0" u="none" strike="noStrike">
                          <a:solidFill>
                            <a:srgbClr val="000000"/>
                          </a:solidFill>
                          <a:effectLst/>
                          <a:latin typeface="Arial" panose="020B0604020202020204" pitchFamily="34" charset="0"/>
                        </a:rPr>
                        <a:t>0.51 ± 0.04</a:t>
                      </a:r>
                    </a:p>
                  </a:txBody>
                  <a:tcPr marL="6216" marR="6216" marT="6216"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rtl="0" fontAlgn="t">
                        <a:buNone/>
                      </a:pPr>
                      <a:r>
                        <a:rPr lang="es-MX" sz="1600" b="0" i="1" u="none" strike="noStrike">
                          <a:solidFill>
                            <a:srgbClr val="000000"/>
                          </a:solidFill>
                          <a:effectLst/>
                          <a:latin typeface="Arial" panose="020B0604020202020204" pitchFamily="34" charset="0"/>
                        </a:rPr>
                        <a:t>0.97 ± 0.03</a:t>
                      </a:r>
                    </a:p>
                  </a:txBody>
                  <a:tcPr marL="6216" marR="6216" marT="6216"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l" rtl="0" fontAlgn="t">
                        <a:buNone/>
                      </a:pPr>
                      <a:r>
                        <a:rPr lang="es-MX" sz="1600" b="0" i="1" u="none" strike="noStrike">
                          <a:solidFill>
                            <a:srgbClr val="000000"/>
                          </a:solidFill>
                          <a:effectLst/>
                          <a:latin typeface="Arial" panose="020B0604020202020204" pitchFamily="34" charset="0"/>
                        </a:rPr>
                        <a:t>0.96 ± 0.01</a:t>
                      </a:r>
                    </a:p>
                  </a:txBody>
                  <a:tcPr marL="6216" marR="6216" marT="6216"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extLst>
                  <a:ext uri="{0D108BD9-81ED-4DB2-BD59-A6C34878D82A}">
                    <a16:rowId xmlns:a16="http://schemas.microsoft.com/office/drawing/2014/main" val="4038351264"/>
                  </a:ext>
                </a:extLst>
              </a:tr>
              <a:tr h="522120">
                <a:tc>
                  <a:txBody>
                    <a:bodyPr/>
                    <a:lstStyle/>
                    <a:p>
                      <a:pPr algn="ctr" rtl="0" fontAlgn="t">
                        <a:buNone/>
                      </a:pPr>
                      <a:r>
                        <a:rPr lang="es-MX" sz="1600" b="0" i="0" u="none" strike="noStrike">
                          <a:solidFill>
                            <a:srgbClr val="000000"/>
                          </a:solidFill>
                          <a:effectLst/>
                          <a:latin typeface="Arial" panose="020B0604020202020204" pitchFamily="34" charset="0"/>
                        </a:rPr>
                        <a:t>Ionosphere</a:t>
                      </a:r>
                    </a:p>
                  </a:txBody>
                  <a:tcPr marL="6216" marR="6216" marT="6216"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4"/>
                    </a:solidFill>
                  </a:tcPr>
                </a:tc>
                <a:tc>
                  <a:txBody>
                    <a:bodyPr/>
                    <a:lstStyle/>
                    <a:p>
                      <a:pPr algn="ctr" rtl="0" fontAlgn="t">
                        <a:buNone/>
                      </a:pPr>
                      <a:r>
                        <a:rPr lang="es-MX" sz="1600" b="1" i="0" u="none" strike="noStrike" dirty="0">
                          <a:solidFill>
                            <a:srgbClr val="000000"/>
                          </a:solidFill>
                          <a:effectLst/>
                          <a:latin typeface="Arial" panose="020B0604020202020204" pitchFamily="34" charset="0"/>
                        </a:rPr>
                        <a:t>0.86 ± 0.06</a:t>
                      </a:r>
                    </a:p>
                  </a:txBody>
                  <a:tcPr marL="6216" marR="6216" marT="6216"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4"/>
                    </a:solidFill>
                  </a:tcPr>
                </a:tc>
                <a:tc>
                  <a:txBody>
                    <a:bodyPr/>
                    <a:lstStyle/>
                    <a:p>
                      <a:pPr algn="ctr" rtl="0" fontAlgn="t">
                        <a:buNone/>
                      </a:pPr>
                      <a:r>
                        <a:rPr lang="es-MX" sz="1600" b="0" i="0" u="none" strike="noStrike">
                          <a:solidFill>
                            <a:srgbClr val="000000"/>
                          </a:solidFill>
                          <a:effectLst/>
                          <a:latin typeface="Arial" panose="020B0604020202020204" pitchFamily="34" charset="0"/>
                        </a:rPr>
                        <a:t>NA ± NA</a:t>
                      </a:r>
                    </a:p>
                  </a:txBody>
                  <a:tcPr marL="6216" marR="6216" marT="6216"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4"/>
                    </a:solidFill>
                  </a:tcPr>
                </a:tc>
                <a:tc>
                  <a:txBody>
                    <a:bodyPr/>
                    <a:lstStyle/>
                    <a:p>
                      <a:pPr algn="ctr" rtl="0" fontAlgn="t">
                        <a:buNone/>
                      </a:pPr>
                      <a:r>
                        <a:rPr lang="es-MX" sz="1600" b="1" i="0" u="none" strike="noStrike">
                          <a:solidFill>
                            <a:srgbClr val="000000"/>
                          </a:solidFill>
                          <a:effectLst/>
                          <a:latin typeface="Arial" panose="020B0604020202020204" pitchFamily="34" charset="0"/>
                        </a:rPr>
                        <a:t>0.92 ± 0.04</a:t>
                      </a:r>
                    </a:p>
                  </a:txBody>
                  <a:tcPr marL="6216" marR="6216" marT="6216"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4"/>
                    </a:solidFill>
                  </a:tcPr>
                </a:tc>
                <a:tc>
                  <a:txBody>
                    <a:bodyPr/>
                    <a:lstStyle/>
                    <a:p>
                      <a:pPr algn="ctr" rtl="0" fontAlgn="t">
                        <a:buNone/>
                      </a:pPr>
                      <a:r>
                        <a:rPr lang="es-MX" sz="1600" b="1" i="0" u="none" strike="noStrike">
                          <a:solidFill>
                            <a:srgbClr val="000000"/>
                          </a:solidFill>
                          <a:effectLst/>
                          <a:latin typeface="Arial" panose="020B0604020202020204" pitchFamily="34" charset="0"/>
                        </a:rPr>
                        <a:t>0.84 ± 0.04</a:t>
                      </a:r>
                    </a:p>
                  </a:txBody>
                  <a:tcPr marL="6216" marR="6216" marT="6216"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4"/>
                    </a:solidFill>
                  </a:tcPr>
                </a:tc>
                <a:tc>
                  <a:txBody>
                    <a:bodyPr/>
                    <a:lstStyle/>
                    <a:p>
                      <a:pPr algn="ctr" rtl="0" fontAlgn="t">
                        <a:buNone/>
                      </a:pPr>
                      <a:r>
                        <a:rPr lang="es-MX" sz="1600" b="0" i="1" u="none" strike="noStrike">
                          <a:solidFill>
                            <a:srgbClr val="000000"/>
                          </a:solidFill>
                          <a:effectLst/>
                          <a:latin typeface="Arial" panose="020B0604020202020204" pitchFamily="34" charset="0"/>
                        </a:rPr>
                        <a:t>0.95 ± 0.03</a:t>
                      </a:r>
                    </a:p>
                  </a:txBody>
                  <a:tcPr marL="6216" marR="6216" marT="6216"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4"/>
                    </a:solidFill>
                  </a:tcPr>
                </a:tc>
                <a:tc>
                  <a:txBody>
                    <a:bodyPr/>
                    <a:lstStyle/>
                    <a:p>
                      <a:pPr algn="l" rtl="0" fontAlgn="t">
                        <a:buNone/>
                      </a:pPr>
                      <a:r>
                        <a:rPr lang="es-MX" sz="1600" b="0" i="1" u="none" strike="noStrike" dirty="0">
                          <a:solidFill>
                            <a:srgbClr val="000000"/>
                          </a:solidFill>
                          <a:effectLst/>
                          <a:latin typeface="Arial" panose="020B0604020202020204" pitchFamily="34" charset="0"/>
                        </a:rPr>
                        <a:t>0.93 ± 0.01</a:t>
                      </a:r>
                    </a:p>
                  </a:txBody>
                  <a:tcPr marL="6216" marR="6216" marT="6216"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4"/>
                    </a:solidFill>
                  </a:tcPr>
                </a:tc>
                <a:extLst>
                  <a:ext uri="{0D108BD9-81ED-4DB2-BD59-A6C34878D82A}">
                    <a16:rowId xmlns:a16="http://schemas.microsoft.com/office/drawing/2014/main" val="3546543717"/>
                  </a:ext>
                </a:extLst>
              </a:tr>
            </a:tbl>
          </a:graphicData>
        </a:graphic>
      </p:graphicFrame>
    </p:spTree>
    <p:extLst>
      <p:ext uri="{BB962C8B-B14F-4D97-AF65-F5344CB8AC3E}">
        <p14:creationId xmlns:p14="http://schemas.microsoft.com/office/powerpoint/2010/main" val="5567729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C48DC-6A8D-13EF-EF77-BCCD7FD90999}"/>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6293529F-C525-A023-1DF5-E1CC4E429061}"/>
              </a:ext>
            </a:extLst>
          </p:cNvPr>
          <p:cNvSpPr>
            <a:spLocks noGrp="1"/>
          </p:cNvSpPr>
          <p:nvPr>
            <p:ph type="sldNum" sz="quarter" idx="8"/>
          </p:nvPr>
        </p:nvSpPr>
        <p:spPr>
          <a:xfrm>
            <a:off x="6457950" y="6356350"/>
            <a:ext cx="2057400" cy="365125"/>
          </a:xfrm>
        </p:spPr>
        <p:txBody>
          <a:bodyPr>
            <a:normAutofit/>
          </a:bodyPr>
          <a:lstStyle/>
          <a:p>
            <a:pPr lvl="0">
              <a:spcAft>
                <a:spcPts val="600"/>
              </a:spcAft>
            </a:pPr>
            <a:fld id="{A20C4BF6-2150-487F-8C1E-23E793CAFD15}" type="slidenum">
              <a:rPr lang="es-MX" smtClean="0"/>
              <a:pPr lvl="0">
                <a:spcAft>
                  <a:spcPts val="600"/>
                </a:spcAft>
              </a:pPr>
              <a:t>21</a:t>
            </a:fld>
            <a:endParaRPr lang="es-MX"/>
          </a:p>
        </p:txBody>
      </p:sp>
      <p:sp>
        <p:nvSpPr>
          <p:cNvPr id="3" name="CuadroTexto 3">
            <a:extLst>
              <a:ext uri="{FF2B5EF4-FFF2-40B4-BE49-F238E27FC236}">
                <a16:creationId xmlns:a16="http://schemas.microsoft.com/office/drawing/2014/main" id="{199A1AB6-6410-3197-47D5-38C76153D243}"/>
              </a:ext>
            </a:extLst>
          </p:cNvPr>
          <p:cNvSpPr txBox="1">
            <a:spLocks noChangeArrowheads="1"/>
          </p:cNvSpPr>
          <p:nvPr/>
        </p:nvSpPr>
        <p:spPr bwMode="auto">
          <a:xfrm>
            <a:off x="1408556" y="787970"/>
            <a:ext cx="6324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s-MX" sz="2800" b="1" dirty="0">
                <a:latin typeface="Times New Roman" panose="02020603050405020304" pitchFamily="18" charset="0"/>
                <a:cs typeface="Times New Roman" panose="02020603050405020304" pitchFamily="18" charset="0"/>
              </a:rPr>
              <a:t>Metrics of the proposed algorithm</a:t>
            </a:r>
            <a:endParaRPr lang="es-MX" altLang="es-MX" sz="2800" b="1" dirty="0">
              <a:latin typeface="Times New Roman" panose="02020603050405020304" pitchFamily="18" charset="0"/>
              <a:cs typeface="Times New Roman" panose="02020603050405020304" pitchFamily="18" charset="0"/>
            </a:endParaRPr>
          </a:p>
        </p:txBody>
      </p:sp>
      <p:graphicFrame>
        <p:nvGraphicFramePr>
          <p:cNvPr id="7" name="Tabla 6">
            <a:extLst>
              <a:ext uri="{FF2B5EF4-FFF2-40B4-BE49-F238E27FC236}">
                <a16:creationId xmlns:a16="http://schemas.microsoft.com/office/drawing/2014/main" id="{7753F821-A78C-36B5-1309-86F891B0F49B}"/>
              </a:ext>
            </a:extLst>
          </p:cNvPr>
          <p:cNvGraphicFramePr>
            <a:graphicFrameLocks noGrp="1"/>
          </p:cNvGraphicFramePr>
          <p:nvPr>
            <p:extLst>
              <p:ext uri="{D42A27DB-BD31-4B8C-83A1-F6EECF244321}">
                <p14:modId xmlns:p14="http://schemas.microsoft.com/office/powerpoint/2010/main" val="2416800100"/>
              </p:ext>
            </p:extLst>
          </p:nvPr>
        </p:nvGraphicFramePr>
        <p:xfrm>
          <a:off x="97723" y="1731077"/>
          <a:ext cx="9046277" cy="2398396"/>
        </p:xfrm>
        <a:graphic>
          <a:graphicData uri="http://schemas.openxmlformats.org/drawingml/2006/table">
            <a:tbl>
              <a:tblPr/>
              <a:tblGrid>
                <a:gridCol w="1035193">
                  <a:extLst>
                    <a:ext uri="{9D8B030D-6E8A-4147-A177-3AD203B41FA5}">
                      <a16:colId xmlns:a16="http://schemas.microsoft.com/office/drawing/2014/main" val="1717389897"/>
                    </a:ext>
                  </a:extLst>
                </a:gridCol>
                <a:gridCol w="867323">
                  <a:extLst>
                    <a:ext uri="{9D8B030D-6E8A-4147-A177-3AD203B41FA5}">
                      <a16:colId xmlns:a16="http://schemas.microsoft.com/office/drawing/2014/main" val="2476030772"/>
                    </a:ext>
                  </a:extLst>
                </a:gridCol>
                <a:gridCol w="904628">
                  <a:extLst>
                    <a:ext uri="{9D8B030D-6E8A-4147-A177-3AD203B41FA5}">
                      <a16:colId xmlns:a16="http://schemas.microsoft.com/office/drawing/2014/main" val="1553579366"/>
                    </a:ext>
                  </a:extLst>
                </a:gridCol>
                <a:gridCol w="904628">
                  <a:extLst>
                    <a:ext uri="{9D8B030D-6E8A-4147-A177-3AD203B41FA5}">
                      <a16:colId xmlns:a16="http://schemas.microsoft.com/office/drawing/2014/main" val="3533412729"/>
                    </a:ext>
                  </a:extLst>
                </a:gridCol>
                <a:gridCol w="1184410">
                  <a:extLst>
                    <a:ext uri="{9D8B030D-6E8A-4147-A177-3AD203B41FA5}">
                      <a16:colId xmlns:a16="http://schemas.microsoft.com/office/drawing/2014/main" val="2455567669"/>
                    </a:ext>
                  </a:extLst>
                </a:gridCol>
                <a:gridCol w="904628">
                  <a:extLst>
                    <a:ext uri="{9D8B030D-6E8A-4147-A177-3AD203B41FA5}">
                      <a16:colId xmlns:a16="http://schemas.microsoft.com/office/drawing/2014/main" val="210496203"/>
                    </a:ext>
                  </a:extLst>
                </a:gridCol>
                <a:gridCol w="867323">
                  <a:extLst>
                    <a:ext uri="{9D8B030D-6E8A-4147-A177-3AD203B41FA5}">
                      <a16:colId xmlns:a16="http://schemas.microsoft.com/office/drawing/2014/main" val="3883670809"/>
                    </a:ext>
                  </a:extLst>
                </a:gridCol>
                <a:gridCol w="820692">
                  <a:extLst>
                    <a:ext uri="{9D8B030D-6E8A-4147-A177-3AD203B41FA5}">
                      <a16:colId xmlns:a16="http://schemas.microsoft.com/office/drawing/2014/main" val="215738160"/>
                    </a:ext>
                  </a:extLst>
                </a:gridCol>
                <a:gridCol w="1557452">
                  <a:extLst>
                    <a:ext uri="{9D8B030D-6E8A-4147-A177-3AD203B41FA5}">
                      <a16:colId xmlns:a16="http://schemas.microsoft.com/office/drawing/2014/main" val="4188624459"/>
                    </a:ext>
                  </a:extLst>
                </a:gridCol>
              </a:tblGrid>
              <a:tr h="505350">
                <a:tc>
                  <a:txBody>
                    <a:bodyPr/>
                    <a:lstStyle/>
                    <a:p>
                      <a:pPr algn="ctr" rtl="0" fontAlgn="ctr">
                        <a:buNone/>
                      </a:pPr>
                      <a:r>
                        <a:rPr lang="es-MX" sz="1800" b="1" i="0" u="none" strike="noStrike">
                          <a:solidFill>
                            <a:srgbClr val="FFFFFF"/>
                          </a:solidFill>
                          <a:effectLst/>
                          <a:latin typeface="Calibri" panose="020F0502020204030204" pitchFamily="34" charset="0"/>
                        </a:rPr>
                        <a:t>Dataset</a:t>
                      </a:r>
                    </a:p>
                  </a:txBody>
                  <a:tcPr marL="4242" marR="4242" marT="42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F81BC"/>
                    </a:solidFill>
                  </a:tcPr>
                </a:tc>
                <a:tc>
                  <a:txBody>
                    <a:bodyPr/>
                    <a:lstStyle/>
                    <a:p>
                      <a:pPr algn="ctr" rtl="0" fontAlgn="ctr">
                        <a:buNone/>
                      </a:pPr>
                      <a:r>
                        <a:rPr lang="es-MX" sz="1800" b="1" i="0" u="none" strike="noStrike">
                          <a:solidFill>
                            <a:srgbClr val="FFFFFF"/>
                          </a:solidFill>
                          <a:effectLst/>
                          <a:latin typeface="Calibri" panose="020F0502020204030204" pitchFamily="34" charset="0"/>
                        </a:rPr>
                        <a:t>No. </a:t>
                      </a:r>
                      <a:br>
                        <a:rPr lang="es-MX" sz="1800" b="1" i="0" u="none" strike="noStrike">
                          <a:solidFill>
                            <a:srgbClr val="FFFFFF"/>
                          </a:solidFill>
                          <a:effectLst/>
                          <a:latin typeface="Calibri" panose="020F0502020204030204" pitchFamily="34" charset="0"/>
                        </a:rPr>
                      </a:br>
                      <a:r>
                        <a:rPr lang="es-MX" sz="1800" b="1" i="0" u="none" strike="noStrike">
                          <a:solidFill>
                            <a:srgbClr val="FFFFFF"/>
                          </a:solidFill>
                          <a:effectLst/>
                          <a:latin typeface="Calibri" panose="020F0502020204030204" pitchFamily="34" charset="0"/>
                        </a:rPr>
                        <a:t>Vars</a:t>
                      </a:r>
                    </a:p>
                  </a:txBody>
                  <a:tcPr marL="4242" marR="4242" marT="42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F81BC"/>
                    </a:solidFill>
                  </a:tcPr>
                </a:tc>
                <a:tc>
                  <a:txBody>
                    <a:bodyPr/>
                    <a:lstStyle/>
                    <a:p>
                      <a:pPr algn="ctr" rtl="0" fontAlgn="ctr">
                        <a:buNone/>
                      </a:pPr>
                      <a:r>
                        <a:rPr lang="es-MX" sz="1800" b="1" i="0" u="none" strike="noStrike">
                          <a:solidFill>
                            <a:srgbClr val="FFFFFF"/>
                          </a:solidFill>
                          <a:effectLst/>
                          <a:latin typeface="Calibri" panose="020F0502020204030204" pitchFamily="34" charset="0"/>
                        </a:rPr>
                        <a:t>Vars</a:t>
                      </a:r>
                      <a:br>
                        <a:rPr lang="es-MX" sz="1800" b="1" i="0" u="none" strike="noStrike">
                          <a:solidFill>
                            <a:srgbClr val="FFFFFF"/>
                          </a:solidFill>
                          <a:effectLst/>
                          <a:latin typeface="Calibri" panose="020F0502020204030204" pitchFamily="34" charset="0"/>
                        </a:rPr>
                      </a:br>
                      <a:r>
                        <a:rPr lang="es-MX" sz="1800" b="1" i="0" u="none" strike="noStrike">
                          <a:solidFill>
                            <a:srgbClr val="FFFFFF"/>
                          </a:solidFill>
                          <a:effectLst/>
                          <a:latin typeface="Calibri" panose="020F0502020204030204" pitchFamily="34" charset="0"/>
                        </a:rPr>
                        <a:t>E1</a:t>
                      </a:r>
                    </a:p>
                  </a:txBody>
                  <a:tcPr marL="4242" marR="4242" marT="42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F81BC"/>
                    </a:solidFill>
                  </a:tcPr>
                </a:tc>
                <a:tc>
                  <a:txBody>
                    <a:bodyPr/>
                    <a:lstStyle/>
                    <a:p>
                      <a:pPr algn="ctr" rtl="0" fontAlgn="ctr">
                        <a:buNone/>
                      </a:pPr>
                      <a:r>
                        <a:rPr lang="es-MX" sz="1800" b="1" i="0" u="none" strike="noStrike">
                          <a:solidFill>
                            <a:srgbClr val="FFFFFF"/>
                          </a:solidFill>
                          <a:effectLst/>
                          <a:latin typeface="Calibri" panose="020F0502020204030204" pitchFamily="34" charset="0"/>
                        </a:rPr>
                        <a:t>Vars</a:t>
                      </a:r>
                      <a:br>
                        <a:rPr lang="es-MX" sz="1800" b="1" i="0" u="none" strike="noStrike">
                          <a:solidFill>
                            <a:srgbClr val="FFFFFF"/>
                          </a:solidFill>
                          <a:effectLst/>
                          <a:latin typeface="Calibri" panose="020F0502020204030204" pitchFamily="34" charset="0"/>
                        </a:rPr>
                      </a:br>
                      <a:r>
                        <a:rPr lang="es-MX" sz="1800" b="1" i="0" u="none" strike="noStrike">
                          <a:solidFill>
                            <a:srgbClr val="FFFFFF"/>
                          </a:solidFill>
                          <a:effectLst/>
                          <a:latin typeface="Calibri" panose="020F0502020204030204" pitchFamily="34" charset="0"/>
                        </a:rPr>
                        <a:t>E2</a:t>
                      </a:r>
                    </a:p>
                  </a:txBody>
                  <a:tcPr marL="4242" marR="4242" marT="42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F81BC"/>
                    </a:solidFill>
                  </a:tcPr>
                </a:tc>
                <a:tc>
                  <a:txBody>
                    <a:bodyPr/>
                    <a:lstStyle/>
                    <a:p>
                      <a:pPr algn="ctr" rtl="0" fontAlgn="ctr">
                        <a:buNone/>
                      </a:pPr>
                      <a:r>
                        <a:rPr lang="es-MX" sz="1800" b="1" i="0" u="none" strike="noStrike">
                          <a:solidFill>
                            <a:srgbClr val="FFFFFF"/>
                          </a:solidFill>
                          <a:effectLst/>
                          <a:latin typeface="Calibri" panose="020F0502020204030204" pitchFamily="34" charset="0"/>
                        </a:rPr>
                        <a:t>Accuracy</a:t>
                      </a:r>
                    </a:p>
                  </a:txBody>
                  <a:tcPr marL="4242" marR="4242" marT="42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F81BC"/>
                    </a:solidFill>
                  </a:tcPr>
                </a:tc>
                <a:tc>
                  <a:txBody>
                    <a:bodyPr/>
                    <a:lstStyle/>
                    <a:p>
                      <a:pPr algn="ctr" rtl="0" fontAlgn="ctr">
                        <a:buNone/>
                      </a:pPr>
                      <a:r>
                        <a:rPr lang="es-MX" sz="1800" b="1" i="0" u="none" strike="noStrike">
                          <a:solidFill>
                            <a:srgbClr val="FFFFFF"/>
                          </a:solidFill>
                          <a:effectLst/>
                          <a:latin typeface="Calibri" panose="020F0502020204030204" pitchFamily="34" charset="0"/>
                        </a:rPr>
                        <a:t>Precision</a:t>
                      </a:r>
                    </a:p>
                  </a:txBody>
                  <a:tcPr marL="4242" marR="4242" marT="42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F81BC"/>
                    </a:solidFill>
                  </a:tcPr>
                </a:tc>
                <a:tc>
                  <a:txBody>
                    <a:bodyPr/>
                    <a:lstStyle/>
                    <a:p>
                      <a:pPr algn="ctr" rtl="0" fontAlgn="ctr">
                        <a:buNone/>
                      </a:pPr>
                      <a:r>
                        <a:rPr lang="es-MX" sz="1800" b="1" i="0" u="none" strike="noStrike">
                          <a:solidFill>
                            <a:srgbClr val="FFFFFF"/>
                          </a:solidFill>
                          <a:effectLst/>
                          <a:latin typeface="Calibri" panose="020F0502020204030204" pitchFamily="34" charset="0"/>
                        </a:rPr>
                        <a:t>Recall</a:t>
                      </a:r>
                    </a:p>
                  </a:txBody>
                  <a:tcPr marL="4242" marR="4242" marT="42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F81BC"/>
                    </a:solidFill>
                  </a:tcPr>
                </a:tc>
                <a:tc>
                  <a:txBody>
                    <a:bodyPr/>
                    <a:lstStyle/>
                    <a:p>
                      <a:pPr algn="ctr" rtl="0" fontAlgn="ctr">
                        <a:buNone/>
                      </a:pPr>
                      <a:r>
                        <a:rPr lang="es-MX" sz="1800" b="1" i="0" u="none" strike="noStrike">
                          <a:solidFill>
                            <a:srgbClr val="FFFFFF"/>
                          </a:solidFill>
                          <a:effectLst/>
                          <a:latin typeface="Calibri" panose="020F0502020204030204" pitchFamily="34" charset="0"/>
                        </a:rPr>
                        <a:t>F1Score</a:t>
                      </a:r>
                    </a:p>
                  </a:txBody>
                  <a:tcPr marL="4242" marR="4242" marT="42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F81BC"/>
                    </a:solidFill>
                  </a:tcPr>
                </a:tc>
                <a:tc>
                  <a:txBody>
                    <a:bodyPr/>
                    <a:lstStyle/>
                    <a:p>
                      <a:pPr algn="ctr" rtl="0" fontAlgn="ctr">
                        <a:buNone/>
                      </a:pPr>
                      <a:r>
                        <a:rPr lang="es-MX" sz="1800" b="1" i="0" u="none" strike="noStrike" dirty="0">
                          <a:solidFill>
                            <a:srgbClr val="FFFFFF"/>
                          </a:solidFill>
                          <a:effectLst/>
                          <a:latin typeface="Calibri" panose="020F0502020204030204" pitchFamily="34" charset="0"/>
                        </a:rPr>
                        <a:t>Time (S)</a:t>
                      </a:r>
                    </a:p>
                  </a:txBody>
                  <a:tcPr marL="4242" marR="4242" marT="4242"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F81BC"/>
                    </a:solidFill>
                  </a:tcPr>
                </a:tc>
                <a:extLst>
                  <a:ext uri="{0D108BD9-81ED-4DB2-BD59-A6C34878D82A}">
                    <a16:rowId xmlns:a16="http://schemas.microsoft.com/office/drawing/2014/main" val="343804607"/>
                  </a:ext>
                </a:extLst>
              </a:tr>
              <a:tr h="436197">
                <a:tc>
                  <a:txBody>
                    <a:bodyPr/>
                    <a:lstStyle/>
                    <a:p>
                      <a:pPr algn="ctr" rtl="0" fontAlgn="t">
                        <a:buNone/>
                      </a:pPr>
                      <a:r>
                        <a:rPr lang="es-MX" sz="1700" b="0" i="0" u="none" strike="noStrike" dirty="0" err="1">
                          <a:solidFill>
                            <a:srgbClr val="000000"/>
                          </a:solidFill>
                          <a:effectLst/>
                          <a:latin typeface="Arial" panose="020B0604020202020204" pitchFamily="34" charset="0"/>
                        </a:rPr>
                        <a:t>penguins</a:t>
                      </a:r>
                      <a:endParaRPr lang="es-MX" sz="1700" b="0" i="0" u="none" strike="noStrike" dirty="0">
                        <a:solidFill>
                          <a:srgbClr val="000000"/>
                        </a:solidFill>
                        <a:effectLst/>
                        <a:latin typeface="Arial" panose="020B0604020202020204" pitchFamily="34" charset="0"/>
                      </a:endParaRPr>
                    </a:p>
                  </a:txBody>
                  <a:tcPr marL="4242" marR="4242" marT="4242"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CF4"/>
                    </a:solidFill>
                  </a:tcPr>
                </a:tc>
                <a:tc>
                  <a:txBody>
                    <a:bodyPr/>
                    <a:lstStyle/>
                    <a:p>
                      <a:pPr algn="ctr" rtl="0" fontAlgn="t">
                        <a:buNone/>
                      </a:pPr>
                      <a:r>
                        <a:rPr lang="es-MX" sz="1800" b="0" i="0" u="none" strike="noStrike">
                          <a:solidFill>
                            <a:srgbClr val="000000"/>
                          </a:solidFill>
                          <a:effectLst/>
                          <a:latin typeface="Arial" panose="020B0604020202020204" pitchFamily="34" charset="0"/>
                        </a:rPr>
                        <a:t>4</a:t>
                      </a:r>
                    </a:p>
                  </a:txBody>
                  <a:tcPr marL="4242" marR="4242" marT="4242"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CF4"/>
                    </a:solidFill>
                  </a:tcPr>
                </a:tc>
                <a:tc>
                  <a:txBody>
                    <a:bodyPr/>
                    <a:lstStyle/>
                    <a:p>
                      <a:pPr algn="ctr" rtl="0" fontAlgn="t">
                        <a:buNone/>
                      </a:pPr>
                      <a:r>
                        <a:rPr lang="es-MX" sz="1800" b="0" i="0" u="none" strike="noStrike">
                          <a:solidFill>
                            <a:srgbClr val="000000"/>
                          </a:solidFill>
                          <a:effectLst/>
                          <a:latin typeface="Arial" panose="020B0604020202020204" pitchFamily="34" charset="0"/>
                        </a:rPr>
                        <a:t>3.00 ± 0.00</a:t>
                      </a:r>
                    </a:p>
                  </a:txBody>
                  <a:tcPr marL="4242" marR="4242" marT="4242"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CF4"/>
                    </a:solidFill>
                  </a:tcPr>
                </a:tc>
                <a:tc>
                  <a:txBody>
                    <a:bodyPr/>
                    <a:lstStyle/>
                    <a:p>
                      <a:pPr algn="ctr" rtl="0" fontAlgn="t">
                        <a:buNone/>
                      </a:pPr>
                      <a:r>
                        <a:rPr lang="es-MX" sz="1800" b="0" i="0" u="none" strike="noStrike">
                          <a:solidFill>
                            <a:srgbClr val="000000"/>
                          </a:solidFill>
                          <a:effectLst/>
                          <a:latin typeface="Arial" panose="020B0604020202020204" pitchFamily="34" charset="0"/>
                        </a:rPr>
                        <a:t>3.00 ± 0.00</a:t>
                      </a:r>
                    </a:p>
                  </a:txBody>
                  <a:tcPr marL="4242" marR="4242" marT="4242"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CF4"/>
                    </a:solidFill>
                  </a:tcPr>
                </a:tc>
                <a:tc>
                  <a:txBody>
                    <a:bodyPr/>
                    <a:lstStyle/>
                    <a:p>
                      <a:pPr algn="ctr" rtl="0" fontAlgn="t">
                        <a:buNone/>
                      </a:pPr>
                      <a:r>
                        <a:rPr lang="es-MX" sz="1800" b="0" i="0" u="none" strike="noStrike">
                          <a:solidFill>
                            <a:srgbClr val="000000"/>
                          </a:solidFill>
                          <a:effectLst/>
                          <a:latin typeface="Arial" panose="020B0604020202020204" pitchFamily="34" charset="0"/>
                        </a:rPr>
                        <a:t>0.99 ± 0.00</a:t>
                      </a:r>
                    </a:p>
                  </a:txBody>
                  <a:tcPr marL="4242" marR="4242" marT="4242"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CF4"/>
                    </a:solidFill>
                  </a:tcPr>
                </a:tc>
                <a:tc>
                  <a:txBody>
                    <a:bodyPr/>
                    <a:lstStyle/>
                    <a:p>
                      <a:pPr algn="ctr" rtl="0" fontAlgn="t">
                        <a:buNone/>
                      </a:pPr>
                      <a:r>
                        <a:rPr lang="es-MX" sz="1800" b="0" i="0" u="none" strike="noStrike">
                          <a:solidFill>
                            <a:srgbClr val="000000"/>
                          </a:solidFill>
                          <a:effectLst/>
                          <a:latin typeface="Arial" panose="020B0604020202020204" pitchFamily="34" charset="0"/>
                        </a:rPr>
                        <a:t>0.99 ± 0.00</a:t>
                      </a:r>
                    </a:p>
                  </a:txBody>
                  <a:tcPr marL="4242" marR="4242" marT="4242"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CF4"/>
                    </a:solidFill>
                  </a:tcPr>
                </a:tc>
                <a:tc>
                  <a:txBody>
                    <a:bodyPr/>
                    <a:lstStyle/>
                    <a:p>
                      <a:pPr algn="ctr" rtl="0" fontAlgn="t">
                        <a:buNone/>
                      </a:pPr>
                      <a:r>
                        <a:rPr lang="es-MX" sz="1800" b="0" i="0" u="none" strike="noStrike">
                          <a:solidFill>
                            <a:srgbClr val="000000"/>
                          </a:solidFill>
                          <a:effectLst/>
                          <a:latin typeface="Arial" panose="020B0604020202020204" pitchFamily="34" charset="0"/>
                        </a:rPr>
                        <a:t>0.98 ± 0.00</a:t>
                      </a:r>
                    </a:p>
                  </a:txBody>
                  <a:tcPr marL="4242" marR="4242" marT="4242"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CF4"/>
                    </a:solidFill>
                  </a:tcPr>
                </a:tc>
                <a:tc>
                  <a:txBody>
                    <a:bodyPr/>
                    <a:lstStyle/>
                    <a:p>
                      <a:pPr algn="ctr" rtl="0" fontAlgn="t">
                        <a:buNone/>
                      </a:pPr>
                      <a:r>
                        <a:rPr lang="es-MX" sz="1800" b="0" i="0" u="none" strike="noStrike">
                          <a:solidFill>
                            <a:srgbClr val="000000"/>
                          </a:solidFill>
                          <a:effectLst/>
                          <a:latin typeface="Arial" panose="020B0604020202020204" pitchFamily="34" charset="0"/>
                        </a:rPr>
                        <a:t>0.99 ± 0.00</a:t>
                      </a:r>
                    </a:p>
                  </a:txBody>
                  <a:tcPr marL="4242" marR="4242" marT="4242"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CF4"/>
                    </a:solidFill>
                  </a:tcPr>
                </a:tc>
                <a:tc>
                  <a:txBody>
                    <a:bodyPr/>
                    <a:lstStyle/>
                    <a:p>
                      <a:pPr algn="ctr" rtl="0" fontAlgn="t">
                        <a:buNone/>
                      </a:pPr>
                      <a:r>
                        <a:rPr lang="es-MX" sz="1800" b="1" i="0" u="none" strike="noStrike" dirty="0">
                          <a:solidFill>
                            <a:srgbClr val="000000"/>
                          </a:solidFill>
                          <a:effectLst/>
                          <a:latin typeface="Arial" panose="020B0604020202020204" pitchFamily="34" charset="0"/>
                        </a:rPr>
                        <a:t>1.46 ± 1.32</a:t>
                      </a:r>
                    </a:p>
                  </a:txBody>
                  <a:tcPr marL="4242" marR="4242" marT="4242"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CF4"/>
                    </a:solidFill>
                  </a:tcPr>
                </a:tc>
                <a:extLst>
                  <a:ext uri="{0D108BD9-81ED-4DB2-BD59-A6C34878D82A}">
                    <a16:rowId xmlns:a16="http://schemas.microsoft.com/office/drawing/2014/main" val="1118577830"/>
                  </a:ext>
                </a:extLst>
              </a:tr>
              <a:tr h="648976">
                <a:tc>
                  <a:txBody>
                    <a:bodyPr/>
                    <a:lstStyle/>
                    <a:p>
                      <a:pPr algn="ctr" rtl="0" fontAlgn="t">
                        <a:buNone/>
                      </a:pPr>
                      <a:r>
                        <a:rPr lang="es-MX" sz="1700" b="0" i="0" u="none" strike="noStrike" dirty="0">
                          <a:solidFill>
                            <a:srgbClr val="000000"/>
                          </a:solidFill>
                          <a:effectLst/>
                          <a:latin typeface="Arial" panose="020B0604020202020204" pitchFamily="34" charset="0"/>
                        </a:rPr>
                        <a:t>Cebolla10D</a:t>
                      </a:r>
                    </a:p>
                  </a:txBody>
                  <a:tcPr marL="4242" marR="4242" marT="4242"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rtl="0" fontAlgn="t">
                        <a:buNone/>
                      </a:pPr>
                      <a:r>
                        <a:rPr lang="es-MX" sz="1800" b="0" i="0" u="none" strike="noStrike">
                          <a:solidFill>
                            <a:srgbClr val="000000"/>
                          </a:solidFill>
                          <a:effectLst/>
                          <a:latin typeface="Arial" panose="020B0604020202020204" pitchFamily="34" charset="0"/>
                        </a:rPr>
                        <a:t>10</a:t>
                      </a:r>
                    </a:p>
                  </a:txBody>
                  <a:tcPr marL="4242" marR="4242" marT="4242"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rtl="0" fontAlgn="t">
                        <a:buNone/>
                      </a:pPr>
                      <a:r>
                        <a:rPr lang="es-MX" sz="1800" b="0" i="0" u="none" strike="noStrike">
                          <a:solidFill>
                            <a:srgbClr val="000000"/>
                          </a:solidFill>
                          <a:effectLst/>
                          <a:latin typeface="Arial" panose="020B0604020202020204" pitchFamily="34" charset="0"/>
                        </a:rPr>
                        <a:t>9.00 ± 0.00</a:t>
                      </a:r>
                    </a:p>
                  </a:txBody>
                  <a:tcPr marL="4242" marR="4242" marT="4242"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rtl="0" fontAlgn="t">
                        <a:buNone/>
                      </a:pPr>
                      <a:r>
                        <a:rPr lang="es-MX" sz="1800" b="0" i="0" u="none" strike="noStrike">
                          <a:solidFill>
                            <a:srgbClr val="000000"/>
                          </a:solidFill>
                          <a:effectLst/>
                          <a:latin typeface="Arial" panose="020B0604020202020204" pitchFamily="34" charset="0"/>
                        </a:rPr>
                        <a:t>22.33 ± 3.10</a:t>
                      </a:r>
                    </a:p>
                  </a:txBody>
                  <a:tcPr marL="4242" marR="4242" marT="4242"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rtl="0" fontAlgn="t">
                        <a:buNone/>
                      </a:pPr>
                      <a:r>
                        <a:rPr lang="es-MX" sz="1800" b="0" i="0" u="none" strike="noStrike">
                          <a:solidFill>
                            <a:srgbClr val="000000"/>
                          </a:solidFill>
                          <a:effectLst/>
                          <a:latin typeface="Arial" panose="020B0604020202020204" pitchFamily="34" charset="0"/>
                        </a:rPr>
                        <a:t>0.96 ± 0.01</a:t>
                      </a:r>
                    </a:p>
                  </a:txBody>
                  <a:tcPr marL="4242" marR="4242" marT="4242"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rtl="0" fontAlgn="t">
                        <a:buNone/>
                      </a:pPr>
                      <a:r>
                        <a:rPr lang="es-MX" sz="1800" b="0" i="1" u="none" strike="noStrike">
                          <a:solidFill>
                            <a:srgbClr val="000000"/>
                          </a:solidFill>
                          <a:effectLst/>
                          <a:latin typeface="Arial" panose="020B0604020202020204" pitchFamily="34" charset="0"/>
                        </a:rPr>
                        <a:t>0.96 ± 0.01</a:t>
                      </a:r>
                    </a:p>
                  </a:txBody>
                  <a:tcPr marL="4242" marR="4242" marT="4242"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rtl="0" fontAlgn="t">
                        <a:buNone/>
                      </a:pPr>
                      <a:r>
                        <a:rPr lang="es-MX" sz="1800" b="0" i="1" u="none" strike="noStrike">
                          <a:solidFill>
                            <a:srgbClr val="000000"/>
                          </a:solidFill>
                          <a:effectLst/>
                          <a:latin typeface="Arial" panose="020B0604020202020204" pitchFamily="34" charset="0"/>
                        </a:rPr>
                        <a:t>0.96 ± 0.01</a:t>
                      </a:r>
                    </a:p>
                  </a:txBody>
                  <a:tcPr marL="4242" marR="4242" marT="4242"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rtl="0" fontAlgn="t">
                        <a:buNone/>
                      </a:pPr>
                      <a:r>
                        <a:rPr lang="es-MX" sz="1800" b="0" i="0" u="none" strike="noStrike">
                          <a:solidFill>
                            <a:srgbClr val="000000"/>
                          </a:solidFill>
                          <a:effectLst/>
                          <a:latin typeface="Arial" panose="020B0604020202020204" pitchFamily="34" charset="0"/>
                        </a:rPr>
                        <a:t>0.96 ± 0.01</a:t>
                      </a:r>
                    </a:p>
                  </a:txBody>
                  <a:tcPr marL="4242" marR="4242" marT="4242"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rtl="0" fontAlgn="t">
                        <a:buNone/>
                      </a:pPr>
                      <a:r>
                        <a:rPr lang="es-MX" sz="1800" b="1" i="0" u="none" strike="noStrike" dirty="0">
                          <a:solidFill>
                            <a:srgbClr val="000000"/>
                          </a:solidFill>
                          <a:effectLst/>
                          <a:latin typeface="Arial" panose="020B0604020202020204" pitchFamily="34" charset="0"/>
                        </a:rPr>
                        <a:t>1892.04 ± 695.36</a:t>
                      </a:r>
                    </a:p>
                  </a:txBody>
                  <a:tcPr marL="4242" marR="4242" marT="4242"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extLst>
                  <a:ext uri="{0D108BD9-81ED-4DB2-BD59-A6C34878D82A}">
                    <a16:rowId xmlns:a16="http://schemas.microsoft.com/office/drawing/2014/main" val="2445855894"/>
                  </a:ext>
                </a:extLst>
              </a:tr>
              <a:tr h="643656">
                <a:tc>
                  <a:txBody>
                    <a:bodyPr/>
                    <a:lstStyle/>
                    <a:p>
                      <a:pPr algn="ctr" rtl="0" fontAlgn="t">
                        <a:buNone/>
                      </a:pPr>
                      <a:r>
                        <a:rPr lang="es-MX" sz="1700" b="0" i="0" u="none" strike="noStrike" dirty="0" err="1">
                          <a:solidFill>
                            <a:srgbClr val="000000"/>
                          </a:solidFill>
                          <a:effectLst/>
                          <a:latin typeface="Arial" panose="020B0604020202020204" pitchFamily="34" charset="0"/>
                        </a:rPr>
                        <a:t>Ionosphere</a:t>
                      </a:r>
                      <a:endParaRPr lang="es-MX" sz="1700" b="0" i="0" u="none" strike="noStrike" dirty="0">
                        <a:solidFill>
                          <a:srgbClr val="000000"/>
                        </a:solidFill>
                        <a:effectLst/>
                        <a:latin typeface="Arial" panose="020B0604020202020204" pitchFamily="34" charset="0"/>
                      </a:endParaRPr>
                    </a:p>
                  </a:txBody>
                  <a:tcPr marL="4242" marR="4242" marT="4242"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4"/>
                    </a:solidFill>
                  </a:tcPr>
                </a:tc>
                <a:tc>
                  <a:txBody>
                    <a:bodyPr/>
                    <a:lstStyle/>
                    <a:p>
                      <a:pPr algn="ctr" rtl="0" fontAlgn="t">
                        <a:buNone/>
                      </a:pPr>
                      <a:r>
                        <a:rPr lang="es-MX" sz="1800" b="0" i="0" u="none" strike="noStrike">
                          <a:solidFill>
                            <a:srgbClr val="000000"/>
                          </a:solidFill>
                          <a:effectLst/>
                          <a:latin typeface="Arial" panose="020B0604020202020204" pitchFamily="34" charset="0"/>
                        </a:rPr>
                        <a:t>34</a:t>
                      </a:r>
                    </a:p>
                  </a:txBody>
                  <a:tcPr marL="4242" marR="4242" marT="4242"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4"/>
                    </a:solidFill>
                  </a:tcPr>
                </a:tc>
                <a:tc>
                  <a:txBody>
                    <a:bodyPr/>
                    <a:lstStyle/>
                    <a:p>
                      <a:pPr algn="ctr" rtl="0" fontAlgn="t">
                        <a:buNone/>
                      </a:pPr>
                      <a:r>
                        <a:rPr lang="es-MX" sz="1800" b="0" i="0" u="none" strike="noStrike" dirty="0">
                          <a:solidFill>
                            <a:srgbClr val="000000"/>
                          </a:solidFill>
                          <a:effectLst/>
                          <a:latin typeface="Arial" panose="020B0604020202020204" pitchFamily="34" charset="0"/>
                        </a:rPr>
                        <a:t>7.93 ± 1.14</a:t>
                      </a:r>
                    </a:p>
                  </a:txBody>
                  <a:tcPr marL="4242" marR="4242" marT="4242"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4"/>
                    </a:solidFill>
                  </a:tcPr>
                </a:tc>
                <a:tc>
                  <a:txBody>
                    <a:bodyPr/>
                    <a:lstStyle/>
                    <a:p>
                      <a:pPr algn="ctr" rtl="0" fontAlgn="t">
                        <a:buNone/>
                      </a:pPr>
                      <a:r>
                        <a:rPr lang="es-MX" sz="1800" b="0" i="0" u="none" strike="noStrike" dirty="0">
                          <a:solidFill>
                            <a:srgbClr val="000000"/>
                          </a:solidFill>
                          <a:effectLst/>
                          <a:latin typeface="Arial" panose="020B0604020202020204" pitchFamily="34" charset="0"/>
                        </a:rPr>
                        <a:t>22.90 ± 6.70</a:t>
                      </a:r>
                    </a:p>
                  </a:txBody>
                  <a:tcPr marL="4242" marR="4242" marT="4242"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4"/>
                    </a:solidFill>
                  </a:tcPr>
                </a:tc>
                <a:tc>
                  <a:txBody>
                    <a:bodyPr/>
                    <a:lstStyle/>
                    <a:p>
                      <a:pPr algn="ctr" rtl="0" fontAlgn="t">
                        <a:buNone/>
                      </a:pPr>
                      <a:r>
                        <a:rPr lang="es-MX" sz="1800" b="0" i="0" u="none" strike="noStrike">
                          <a:solidFill>
                            <a:srgbClr val="000000"/>
                          </a:solidFill>
                          <a:effectLst/>
                          <a:latin typeface="Arial" panose="020B0604020202020204" pitchFamily="34" charset="0"/>
                        </a:rPr>
                        <a:t>0.93 ± 0.01</a:t>
                      </a:r>
                    </a:p>
                  </a:txBody>
                  <a:tcPr marL="4242" marR="4242" marT="4242"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4"/>
                    </a:solidFill>
                  </a:tcPr>
                </a:tc>
                <a:tc>
                  <a:txBody>
                    <a:bodyPr/>
                    <a:lstStyle/>
                    <a:p>
                      <a:pPr algn="ctr" rtl="0" fontAlgn="t">
                        <a:buNone/>
                      </a:pPr>
                      <a:r>
                        <a:rPr lang="es-MX" sz="1800" b="0" i="1" u="none" strike="noStrike">
                          <a:solidFill>
                            <a:srgbClr val="000000"/>
                          </a:solidFill>
                          <a:effectLst/>
                          <a:latin typeface="Arial" panose="020B0604020202020204" pitchFamily="34" charset="0"/>
                        </a:rPr>
                        <a:t>0.98 ± 0.01</a:t>
                      </a:r>
                    </a:p>
                  </a:txBody>
                  <a:tcPr marL="4242" marR="4242" marT="4242"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4"/>
                    </a:solidFill>
                  </a:tcPr>
                </a:tc>
                <a:tc>
                  <a:txBody>
                    <a:bodyPr/>
                    <a:lstStyle/>
                    <a:p>
                      <a:pPr algn="ctr" rtl="0" fontAlgn="t">
                        <a:buNone/>
                      </a:pPr>
                      <a:r>
                        <a:rPr lang="es-MX" sz="1800" b="0" i="1" u="none" strike="noStrike">
                          <a:solidFill>
                            <a:srgbClr val="000000"/>
                          </a:solidFill>
                          <a:effectLst/>
                          <a:latin typeface="Arial" panose="020B0604020202020204" pitchFamily="34" charset="0"/>
                        </a:rPr>
                        <a:t>0.84 ± 0.03</a:t>
                      </a:r>
                    </a:p>
                  </a:txBody>
                  <a:tcPr marL="4242" marR="4242" marT="4242"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4"/>
                    </a:solidFill>
                  </a:tcPr>
                </a:tc>
                <a:tc>
                  <a:txBody>
                    <a:bodyPr/>
                    <a:lstStyle/>
                    <a:p>
                      <a:pPr algn="ctr" rtl="0" fontAlgn="t">
                        <a:buNone/>
                      </a:pPr>
                      <a:r>
                        <a:rPr lang="es-MX" sz="1800" b="0" i="0" u="none" strike="noStrike">
                          <a:solidFill>
                            <a:srgbClr val="000000"/>
                          </a:solidFill>
                          <a:effectLst/>
                          <a:latin typeface="Arial" panose="020B0604020202020204" pitchFamily="34" charset="0"/>
                        </a:rPr>
                        <a:t>0.90 ± 0.02</a:t>
                      </a:r>
                    </a:p>
                  </a:txBody>
                  <a:tcPr marL="4242" marR="4242" marT="4242"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4"/>
                    </a:solidFill>
                  </a:tcPr>
                </a:tc>
                <a:tc>
                  <a:txBody>
                    <a:bodyPr/>
                    <a:lstStyle/>
                    <a:p>
                      <a:pPr algn="ctr" rtl="0" fontAlgn="t">
                        <a:buNone/>
                      </a:pPr>
                      <a:r>
                        <a:rPr lang="es-MX" sz="1800" b="1" i="0" u="none" strike="noStrike" dirty="0">
                          <a:solidFill>
                            <a:srgbClr val="000000"/>
                          </a:solidFill>
                          <a:effectLst/>
                          <a:latin typeface="Arial" panose="020B0604020202020204" pitchFamily="34" charset="0"/>
                        </a:rPr>
                        <a:t>2282.16 ± 597.35</a:t>
                      </a:r>
                    </a:p>
                  </a:txBody>
                  <a:tcPr marL="4242" marR="4242" marT="4242"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4"/>
                    </a:solidFill>
                  </a:tcPr>
                </a:tc>
                <a:extLst>
                  <a:ext uri="{0D108BD9-81ED-4DB2-BD59-A6C34878D82A}">
                    <a16:rowId xmlns:a16="http://schemas.microsoft.com/office/drawing/2014/main" val="1407351363"/>
                  </a:ext>
                </a:extLst>
              </a:tr>
            </a:tbl>
          </a:graphicData>
        </a:graphic>
      </p:graphicFrame>
      <p:sp>
        <p:nvSpPr>
          <p:cNvPr id="9" name="Título 1">
            <a:extLst>
              <a:ext uri="{FF2B5EF4-FFF2-40B4-BE49-F238E27FC236}">
                <a16:creationId xmlns:a16="http://schemas.microsoft.com/office/drawing/2014/main" id="{9E8A73F4-F9FC-292F-FD5C-554877DA9A07}"/>
              </a:ext>
            </a:extLst>
          </p:cNvPr>
          <p:cNvSpPr>
            <a:spLocks noGrp="1"/>
          </p:cNvSpPr>
          <p:nvPr>
            <p:ph type="title"/>
          </p:nvPr>
        </p:nvSpPr>
        <p:spPr>
          <a:xfrm>
            <a:off x="1356496" y="136525"/>
            <a:ext cx="6428720" cy="540881"/>
          </a:xfrm>
        </p:spPr>
        <p:txBody>
          <a:bodyPr anchor="b">
            <a:normAutofit fontScale="90000"/>
          </a:bodyPr>
          <a:lstStyle/>
          <a:p>
            <a:br>
              <a:rPr lang="es-MX" sz="3500" noProof="0" dirty="0"/>
            </a:br>
            <a:r>
              <a:rPr lang="es-MX" sz="3500" b="1" noProof="0" dirty="0" err="1"/>
              <a:t>Preliminary</a:t>
            </a:r>
            <a:r>
              <a:rPr lang="es-MX" sz="3500" b="1" noProof="0" dirty="0"/>
              <a:t> </a:t>
            </a:r>
            <a:r>
              <a:rPr lang="es-MX" sz="3500" b="1" noProof="0" dirty="0" err="1"/>
              <a:t>results</a:t>
            </a:r>
            <a:endParaRPr lang="es-MX" sz="3500" b="1" noProof="0" dirty="0"/>
          </a:p>
        </p:txBody>
      </p:sp>
    </p:spTree>
    <p:extLst>
      <p:ext uri="{BB962C8B-B14F-4D97-AF65-F5344CB8AC3E}">
        <p14:creationId xmlns:p14="http://schemas.microsoft.com/office/powerpoint/2010/main" val="6473094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DD135-8849-FB61-0C1D-28373B3CA0B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13F25BC-92BE-1008-52D9-AACD83A946BB}"/>
              </a:ext>
            </a:extLst>
          </p:cNvPr>
          <p:cNvSpPr>
            <a:spLocks noGrp="1"/>
          </p:cNvSpPr>
          <p:nvPr>
            <p:ph type="title"/>
          </p:nvPr>
        </p:nvSpPr>
        <p:spPr>
          <a:xfrm>
            <a:off x="1357640" y="1001498"/>
            <a:ext cx="6428720" cy="540881"/>
          </a:xfrm>
        </p:spPr>
        <p:txBody>
          <a:bodyPr anchor="b">
            <a:normAutofit fontScale="90000"/>
          </a:bodyPr>
          <a:lstStyle/>
          <a:p>
            <a:br>
              <a:rPr lang="es-MX" sz="3500" noProof="0" dirty="0"/>
            </a:br>
            <a:r>
              <a:rPr lang="es-MX" sz="3500" b="1" dirty="0" err="1"/>
              <a:t>For</a:t>
            </a:r>
            <a:r>
              <a:rPr lang="es-MX" sz="3500" b="1" dirty="0"/>
              <a:t> </a:t>
            </a:r>
            <a:r>
              <a:rPr lang="es-MX" sz="3500" b="1" dirty="0" err="1"/>
              <a:t>the</a:t>
            </a:r>
            <a:r>
              <a:rPr lang="es-MX" sz="3500" b="1" dirty="0"/>
              <a:t> </a:t>
            </a:r>
            <a:r>
              <a:rPr lang="es-MX" sz="3500" b="1" dirty="0" err="1"/>
              <a:t>next</a:t>
            </a:r>
            <a:r>
              <a:rPr lang="es-MX" sz="3500" b="1" dirty="0"/>
              <a:t> </a:t>
            </a:r>
            <a:r>
              <a:rPr lang="es-MX" sz="3500" b="1" dirty="0" err="1"/>
              <a:t>session</a:t>
            </a:r>
            <a:r>
              <a:rPr lang="es-MX" sz="3500" b="1" dirty="0"/>
              <a:t> </a:t>
            </a:r>
            <a:endParaRPr lang="es-MX" sz="3500" b="1" noProof="0" dirty="0"/>
          </a:p>
        </p:txBody>
      </p:sp>
      <p:sp>
        <p:nvSpPr>
          <p:cNvPr id="4" name="Marcador de número de diapositiva 3">
            <a:extLst>
              <a:ext uri="{FF2B5EF4-FFF2-40B4-BE49-F238E27FC236}">
                <a16:creationId xmlns:a16="http://schemas.microsoft.com/office/drawing/2014/main" id="{CF2A11E7-CC5E-6A11-51DD-EFF5E953410D}"/>
              </a:ext>
            </a:extLst>
          </p:cNvPr>
          <p:cNvSpPr>
            <a:spLocks noGrp="1"/>
          </p:cNvSpPr>
          <p:nvPr>
            <p:ph type="sldNum" sz="quarter" idx="8"/>
          </p:nvPr>
        </p:nvSpPr>
        <p:spPr>
          <a:xfrm>
            <a:off x="6457950" y="6356350"/>
            <a:ext cx="2057400" cy="365125"/>
          </a:xfrm>
        </p:spPr>
        <p:txBody>
          <a:bodyPr>
            <a:normAutofit/>
          </a:bodyPr>
          <a:lstStyle/>
          <a:p>
            <a:pPr lvl="0">
              <a:spcAft>
                <a:spcPts val="600"/>
              </a:spcAft>
            </a:pPr>
            <a:fld id="{A20C4BF6-2150-487F-8C1E-23E793CAFD15}" type="slidenum">
              <a:rPr lang="es-MX" smtClean="0"/>
              <a:pPr lvl="0">
                <a:spcAft>
                  <a:spcPts val="600"/>
                </a:spcAft>
              </a:pPr>
              <a:t>22</a:t>
            </a:fld>
            <a:endParaRPr lang="es-MX"/>
          </a:p>
        </p:txBody>
      </p:sp>
      <p:sp>
        <p:nvSpPr>
          <p:cNvPr id="3" name="CuadroTexto 2">
            <a:extLst>
              <a:ext uri="{FF2B5EF4-FFF2-40B4-BE49-F238E27FC236}">
                <a16:creationId xmlns:a16="http://schemas.microsoft.com/office/drawing/2014/main" id="{F909DA51-4ACD-6D4F-29E7-92468896881F}"/>
              </a:ext>
            </a:extLst>
          </p:cNvPr>
          <p:cNvSpPr txBox="1"/>
          <p:nvPr/>
        </p:nvSpPr>
        <p:spPr>
          <a:xfrm>
            <a:off x="465834" y="2609981"/>
            <a:ext cx="8393634" cy="954107"/>
          </a:xfrm>
          <a:prstGeom prst="rect">
            <a:avLst/>
          </a:prstGeom>
          <a:noFill/>
        </p:spPr>
        <p:txBody>
          <a:bodyPr wrap="square">
            <a:spAutoFit/>
          </a:bodyPr>
          <a:lstStyle/>
          <a:p>
            <a:pPr>
              <a:spcBef>
                <a:spcPct val="0"/>
              </a:spcBef>
              <a:buFontTx/>
              <a:buChar char="-"/>
              <a:defRPr/>
            </a:pPr>
            <a:r>
              <a:rPr lang="en-US" sz="2800" dirty="0">
                <a:latin typeface="Times New Roman" panose="02020603050405020304" pitchFamily="18" charset="0"/>
                <a:cs typeface="Times New Roman" panose="02020603050405020304" pitchFamily="18" charset="0"/>
              </a:rPr>
              <a:t> Present results using repeated k-folds adding statistical tests.</a:t>
            </a:r>
            <a:endParaRPr lang="es-MX" b="1" dirty="0"/>
          </a:p>
        </p:txBody>
      </p:sp>
    </p:spTree>
    <p:extLst>
      <p:ext uri="{BB962C8B-B14F-4D97-AF65-F5344CB8AC3E}">
        <p14:creationId xmlns:p14="http://schemas.microsoft.com/office/powerpoint/2010/main" val="21115971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91A1F7-B399-9E43-C260-268BF98AA23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2C7A242-E0D7-E49B-E473-25D0C5AE2E79}"/>
              </a:ext>
            </a:extLst>
          </p:cNvPr>
          <p:cNvSpPr>
            <a:spLocks noGrp="1"/>
          </p:cNvSpPr>
          <p:nvPr>
            <p:ph type="title"/>
          </p:nvPr>
        </p:nvSpPr>
        <p:spPr>
          <a:xfrm>
            <a:off x="988828" y="81516"/>
            <a:ext cx="7297479" cy="533434"/>
          </a:xfrm>
        </p:spPr>
        <p:txBody>
          <a:bodyPr>
            <a:normAutofit fontScale="90000"/>
          </a:bodyPr>
          <a:lstStyle/>
          <a:p>
            <a:r>
              <a:rPr lang="es-MX" dirty="0" err="1"/>
              <a:t>References</a:t>
            </a:r>
            <a:endParaRPr lang="es-MX" dirty="0"/>
          </a:p>
        </p:txBody>
      </p:sp>
      <p:sp>
        <p:nvSpPr>
          <p:cNvPr id="3" name="Marcador de contenido 2">
            <a:extLst>
              <a:ext uri="{FF2B5EF4-FFF2-40B4-BE49-F238E27FC236}">
                <a16:creationId xmlns:a16="http://schemas.microsoft.com/office/drawing/2014/main" id="{E7FDADBD-231A-704D-D9C8-80E3226B0565}"/>
              </a:ext>
            </a:extLst>
          </p:cNvPr>
          <p:cNvSpPr>
            <a:spLocks noGrp="1"/>
          </p:cNvSpPr>
          <p:nvPr>
            <p:ph idx="1"/>
          </p:nvPr>
        </p:nvSpPr>
        <p:spPr>
          <a:xfrm>
            <a:off x="0" y="671622"/>
            <a:ext cx="9044763" cy="5991447"/>
          </a:xfrm>
        </p:spPr>
        <p:txBody>
          <a:bodyPr>
            <a:normAutofit fontScale="47500" lnSpcReduction="20000"/>
          </a:bodyPr>
          <a:lstStyle/>
          <a:p>
            <a:r>
              <a:rPr lang="es-MX" dirty="0" err="1"/>
              <a:t>Hu</a:t>
            </a:r>
            <a:r>
              <a:rPr lang="es-MX" dirty="0"/>
              <a:t>, X., Liu, W., &amp; </a:t>
            </a:r>
            <a:r>
              <a:rPr lang="es-MX" dirty="0" err="1"/>
              <a:t>Xing</a:t>
            </a:r>
            <a:r>
              <a:rPr lang="es-MX" dirty="0"/>
              <a:t>, X. (2025). </a:t>
            </a:r>
            <a:r>
              <a:rPr lang="es-MX" dirty="0" err="1"/>
              <a:t>An</a:t>
            </a:r>
            <a:r>
              <a:rPr lang="es-MX" dirty="0"/>
              <a:t> Innovative Inter-</a:t>
            </a:r>
            <a:r>
              <a:rPr lang="es-MX" dirty="0" err="1"/>
              <a:t>Spectral</a:t>
            </a:r>
            <a:r>
              <a:rPr lang="es-MX" dirty="0"/>
              <a:t> </a:t>
            </a:r>
            <a:r>
              <a:rPr lang="es-MX" dirty="0" err="1"/>
              <a:t>Distance-Based</a:t>
            </a:r>
            <a:r>
              <a:rPr lang="es-MX" dirty="0"/>
              <a:t> </a:t>
            </a:r>
            <a:r>
              <a:rPr lang="es-MX" dirty="0" err="1"/>
              <a:t>Approach</a:t>
            </a:r>
            <a:r>
              <a:rPr lang="es-MX" dirty="0"/>
              <a:t> </a:t>
            </a:r>
            <a:r>
              <a:rPr lang="es-MX" dirty="0" err="1"/>
              <a:t>to</a:t>
            </a:r>
            <a:r>
              <a:rPr lang="es-MX" dirty="0"/>
              <a:t> </a:t>
            </a:r>
            <a:r>
              <a:rPr lang="es-MX" dirty="0" err="1"/>
              <a:t>Analyzing</a:t>
            </a:r>
            <a:r>
              <a:rPr lang="es-MX" dirty="0"/>
              <a:t> MALDI-TOF </a:t>
            </a:r>
            <a:r>
              <a:rPr lang="es-MX" dirty="0" err="1"/>
              <a:t>Mass</a:t>
            </a:r>
            <a:r>
              <a:rPr lang="es-MX" dirty="0"/>
              <a:t> </a:t>
            </a:r>
            <a:r>
              <a:rPr lang="es-MX" dirty="0" err="1"/>
              <a:t>Spectra</a:t>
            </a:r>
            <a:r>
              <a:rPr lang="es-MX" dirty="0"/>
              <a:t> </a:t>
            </a:r>
            <a:r>
              <a:rPr lang="es-MX" dirty="0" err="1"/>
              <a:t>of</a:t>
            </a:r>
            <a:r>
              <a:rPr lang="es-MX" dirty="0"/>
              <a:t> </a:t>
            </a:r>
            <a:r>
              <a:rPr lang="es-MX" dirty="0" err="1"/>
              <a:t>Closely</a:t>
            </a:r>
            <a:r>
              <a:rPr lang="es-MX" dirty="0"/>
              <a:t> </a:t>
            </a:r>
            <a:r>
              <a:rPr lang="es-MX" dirty="0" err="1"/>
              <a:t>Related</a:t>
            </a:r>
            <a:r>
              <a:rPr lang="es-MX" dirty="0"/>
              <a:t> </a:t>
            </a:r>
            <a:r>
              <a:rPr lang="es-MX" dirty="0" err="1"/>
              <a:t>Microbial</a:t>
            </a:r>
            <a:r>
              <a:rPr lang="es-MX" dirty="0"/>
              <a:t> </a:t>
            </a:r>
            <a:r>
              <a:rPr lang="es-MX" dirty="0" err="1"/>
              <a:t>Species</a:t>
            </a:r>
            <a:r>
              <a:rPr lang="es-MX" dirty="0"/>
              <a:t>. Rapid </a:t>
            </a:r>
            <a:r>
              <a:rPr lang="es-MX" dirty="0" err="1"/>
              <a:t>Communications</a:t>
            </a:r>
            <a:r>
              <a:rPr lang="es-MX" dirty="0"/>
              <a:t> in </a:t>
            </a:r>
            <a:r>
              <a:rPr lang="es-MX" dirty="0" err="1"/>
              <a:t>Mass</a:t>
            </a:r>
            <a:r>
              <a:rPr lang="es-MX" dirty="0"/>
              <a:t> </a:t>
            </a:r>
            <a:r>
              <a:rPr lang="es-MX" dirty="0" err="1"/>
              <a:t>Spectrometry</a:t>
            </a:r>
            <a:r>
              <a:rPr lang="es-MX" dirty="0"/>
              <a:t>, 39(23), e10121.</a:t>
            </a:r>
          </a:p>
          <a:p>
            <a:endParaRPr lang="es-MX" dirty="0"/>
          </a:p>
          <a:p>
            <a:r>
              <a:rPr lang="es-MX" dirty="0"/>
              <a:t>Li, S., Zhang, X., </a:t>
            </a:r>
            <a:r>
              <a:rPr lang="es-MX" dirty="0" err="1"/>
              <a:t>Luo</a:t>
            </a:r>
            <a:r>
              <a:rPr lang="es-MX" dirty="0"/>
              <a:t>, C., Chen, Y., &amp; Zhao, S. (2024). Global and local </a:t>
            </a:r>
            <a:r>
              <a:rPr lang="es-MX" dirty="0" err="1"/>
              <a:t>structure</a:t>
            </a:r>
            <a:r>
              <a:rPr lang="es-MX" dirty="0"/>
              <a:t> </a:t>
            </a:r>
            <a:r>
              <a:rPr lang="es-MX" dirty="0" err="1"/>
              <a:t>projection</a:t>
            </a:r>
            <a:r>
              <a:rPr lang="es-MX" dirty="0"/>
              <a:t> </a:t>
            </a:r>
            <a:r>
              <a:rPr lang="es-MX" dirty="0" err="1"/>
              <a:t>learning</a:t>
            </a:r>
            <a:r>
              <a:rPr lang="es-MX" dirty="0"/>
              <a:t> </a:t>
            </a:r>
            <a:r>
              <a:rPr lang="es-MX" dirty="0" err="1"/>
              <a:t>for</a:t>
            </a:r>
            <a:r>
              <a:rPr lang="es-MX" dirty="0"/>
              <a:t> </a:t>
            </a:r>
            <a:r>
              <a:rPr lang="es-MX" dirty="0" err="1"/>
              <a:t>image</a:t>
            </a:r>
            <a:r>
              <a:rPr lang="es-MX" dirty="0"/>
              <a:t> </a:t>
            </a:r>
            <a:r>
              <a:rPr lang="es-MX" dirty="0" err="1"/>
              <a:t>feature</a:t>
            </a:r>
            <a:r>
              <a:rPr lang="es-MX" dirty="0"/>
              <a:t> </a:t>
            </a:r>
            <a:r>
              <a:rPr lang="es-MX" dirty="0" err="1"/>
              <a:t>extraction</a:t>
            </a:r>
            <a:r>
              <a:rPr lang="es-MX" dirty="0"/>
              <a:t>. </a:t>
            </a:r>
            <a:r>
              <a:rPr lang="es-MX" dirty="0" err="1"/>
              <a:t>The</a:t>
            </a:r>
            <a:r>
              <a:rPr lang="es-MX" dirty="0"/>
              <a:t> </a:t>
            </a:r>
            <a:r>
              <a:rPr lang="es-MX" dirty="0" err="1"/>
              <a:t>Journal</a:t>
            </a:r>
            <a:r>
              <a:rPr lang="es-MX" dirty="0"/>
              <a:t> </a:t>
            </a:r>
            <a:r>
              <a:rPr lang="es-MX" dirty="0" err="1"/>
              <a:t>of</a:t>
            </a:r>
            <a:r>
              <a:rPr lang="es-MX" dirty="0"/>
              <a:t> </a:t>
            </a:r>
            <a:r>
              <a:rPr lang="es-MX" dirty="0" err="1"/>
              <a:t>Supercomputing</a:t>
            </a:r>
            <a:r>
              <a:rPr lang="es-MX" dirty="0"/>
              <a:t>, 80(14), 21001–21022.</a:t>
            </a:r>
          </a:p>
          <a:p>
            <a:endParaRPr lang="es-MX" dirty="0"/>
          </a:p>
          <a:p>
            <a:r>
              <a:rPr lang="es-MX" dirty="0"/>
              <a:t>Liu, Y., &amp; </a:t>
            </a:r>
            <a:r>
              <a:rPr lang="es-MX" dirty="0" err="1"/>
              <a:t>Guo</a:t>
            </a:r>
            <a:r>
              <a:rPr lang="es-MX" dirty="0"/>
              <a:t>, S. (2024). </a:t>
            </a:r>
            <a:r>
              <a:rPr lang="es-MX" dirty="0" err="1"/>
              <a:t>Weighted</a:t>
            </a:r>
            <a:r>
              <a:rPr lang="es-MX" dirty="0"/>
              <a:t> Linear </a:t>
            </a:r>
            <a:r>
              <a:rPr lang="es-MX" dirty="0" err="1"/>
              <a:t>Discriminant</a:t>
            </a:r>
            <a:r>
              <a:rPr lang="es-MX" dirty="0"/>
              <a:t> </a:t>
            </a:r>
            <a:r>
              <a:rPr lang="es-MX" dirty="0" err="1"/>
              <a:t>Analysis</a:t>
            </a:r>
            <a:r>
              <a:rPr lang="es-MX" dirty="0"/>
              <a:t>: </a:t>
            </a:r>
            <a:r>
              <a:rPr lang="es-MX" dirty="0" err="1"/>
              <a:t>An</a:t>
            </a:r>
            <a:r>
              <a:rPr lang="es-MX" dirty="0"/>
              <a:t> </a:t>
            </a:r>
            <a:r>
              <a:rPr lang="es-MX" dirty="0" err="1"/>
              <a:t>Effective</a:t>
            </a:r>
            <a:r>
              <a:rPr lang="es-MX" dirty="0"/>
              <a:t> </a:t>
            </a:r>
            <a:r>
              <a:rPr lang="es-MX" dirty="0" err="1"/>
              <a:t>Feature</a:t>
            </a:r>
            <a:r>
              <a:rPr lang="es-MX" dirty="0"/>
              <a:t> </a:t>
            </a:r>
            <a:r>
              <a:rPr lang="es-MX" dirty="0" err="1"/>
              <a:t>Extraction</a:t>
            </a:r>
            <a:r>
              <a:rPr lang="es-MX" dirty="0"/>
              <a:t> </a:t>
            </a:r>
            <a:r>
              <a:rPr lang="es-MX" dirty="0" err="1"/>
              <a:t>Method</a:t>
            </a:r>
            <a:r>
              <a:rPr lang="es-MX" dirty="0"/>
              <a:t> </a:t>
            </a:r>
            <a:r>
              <a:rPr lang="es-MX" dirty="0" err="1"/>
              <a:t>for</a:t>
            </a:r>
            <a:r>
              <a:rPr lang="es-MX" dirty="0"/>
              <a:t> Multi-</a:t>
            </a:r>
            <a:r>
              <a:rPr lang="es-MX" dirty="0" err="1"/>
              <a:t>Class</a:t>
            </a:r>
            <a:r>
              <a:rPr lang="es-MX" dirty="0"/>
              <a:t> </a:t>
            </a:r>
            <a:r>
              <a:rPr lang="es-MX" dirty="0" err="1"/>
              <a:t>Imbalanced</a:t>
            </a:r>
            <a:r>
              <a:rPr lang="es-MX" dirty="0"/>
              <a:t> </a:t>
            </a:r>
            <a:r>
              <a:rPr lang="es-MX" dirty="0" err="1"/>
              <a:t>Datasets</a:t>
            </a:r>
            <a:r>
              <a:rPr lang="es-MX" dirty="0"/>
              <a:t>. </a:t>
            </a:r>
            <a:r>
              <a:rPr lang="es-MX" dirty="0" err="1"/>
              <a:t>Symmetry</a:t>
            </a:r>
            <a:r>
              <a:rPr lang="es-MX" dirty="0"/>
              <a:t>, 16(12), 1656.</a:t>
            </a:r>
          </a:p>
          <a:p>
            <a:endParaRPr lang="es-MX" dirty="0"/>
          </a:p>
          <a:p>
            <a:r>
              <a:rPr lang="es-MX" dirty="0" err="1"/>
              <a:t>Song</a:t>
            </a:r>
            <a:r>
              <a:rPr lang="es-MX" dirty="0"/>
              <a:t>, Z., Li, M., </a:t>
            </a:r>
            <a:r>
              <a:rPr lang="es-MX" dirty="0" err="1"/>
              <a:t>Xiong</a:t>
            </a:r>
            <a:r>
              <a:rPr lang="es-MX" dirty="0"/>
              <a:t>, P., Tu, S., Xiao, H., </a:t>
            </a:r>
            <a:r>
              <a:rPr lang="es-MX" dirty="0" err="1"/>
              <a:t>Pang</a:t>
            </a:r>
            <a:r>
              <a:rPr lang="es-MX" dirty="0"/>
              <a:t>, S., Li, H., </a:t>
            </a:r>
            <a:r>
              <a:rPr lang="es-MX" dirty="0" err="1"/>
              <a:t>Pang</a:t>
            </a:r>
            <a:r>
              <a:rPr lang="es-MX" dirty="0"/>
              <a:t>, S., &amp; Xiao, H. (2025). </a:t>
            </a:r>
            <a:r>
              <a:rPr lang="es-MX" dirty="0" err="1"/>
              <a:t>Intelligent</a:t>
            </a:r>
            <a:r>
              <a:rPr lang="es-MX" dirty="0"/>
              <a:t> </a:t>
            </a:r>
            <a:r>
              <a:rPr lang="es-MX" dirty="0" err="1"/>
              <a:t>sensing</a:t>
            </a:r>
            <a:r>
              <a:rPr lang="es-MX" dirty="0"/>
              <a:t> </a:t>
            </a:r>
            <a:r>
              <a:rPr lang="es-MX" dirty="0" err="1"/>
              <a:t>of</a:t>
            </a:r>
            <a:r>
              <a:rPr lang="es-MX" dirty="0"/>
              <a:t> </a:t>
            </a:r>
            <a:r>
              <a:rPr lang="es-MX" dirty="0" err="1"/>
              <a:t>congou</a:t>
            </a:r>
            <a:r>
              <a:rPr lang="es-MX" dirty="0"/>
              <a:t> </a:t>
            </a:r>
            <a:r>
              <a:rPr lang="es-MX" dirty="0" err="1"/>
              <a:t>black</a:t>
            </a:r>
            <a:r>
              <a:rPr lang="es-MX" dirty="0"/>
              <a:t> tea </a:t>
            </a:r>
            <a:r>
              <a:rPr lang="es-MX" dirty="0" err="1"/>
              <a:t>fermentation</a:t>
            </a:r>
            <a:r>
              <a:rPr lang="es-MX" dirty="0"/>
              <a:t> </a:t>
            </a:r>
            <a:r>
              <a:rPr lang="es-MX" dirty="0" err="1"/>
              <a:t>process</a:t>
            </a:r>
            <a:r>
              <a:rPr lang="es-MX" dirty="0"/>
              <a:t> </a:t>
            </a:r>
            <a:r>
              <a:rPr lang="es-MX" dirty="0" err="1"/>
              <a:t>based</a:t>
            </a:r>
            <a:r>
              <a:rPr lang="es-MX" dirty="0"/>
              <a:t> </a:t>
            </a:r>
            <a:r>
              <a:rPr lang="es-MX" dirty="0" err="1"/>
              <a:t>on</a:t>
            </a:r>
            <a:r>
              <a:rPr lang="es-MX" dirty="0"/>
              <a:t> active </a:t>
            </a:r>
            <a:r>
              <a:rPr lang="es-MX" dirty="0" err="1"/>
              <a:t>terahertz</a:t>
            </a:r>
            <a:r>
              <a:rPr lang="es-MX" dirty="0"/>
              <a:t> </a:t>
            </a:r>
            <a:r>
              <a:rPr lang="es-MX" dirty="0" err="1"/>
              <a:t>low-frequency</a:t>
            </a:r>
            <a:r>
              <a:rPr lang="es-MX" dirty="0"/>
              <a:t> </a:t>
            </a:r>
            <a:r>
              <a:rPr lang="es-MX" dirty="0" err="1"/>
              <a:t>excitation</a:t>
            </a:r>
            <a:r>
              <a:rPr lang="es-MX" dirty="0"/>
              <a:t>. </a:t>
            </a:r>
            <a:r>
              <a:rPr lang="es-MX" dirty="0" err="1"/>
              <a:t>Measurement</a:t>
            </a:r>
            <a:r>
              <a:rPr lang="es-MX" dirty="0"/>
              <a:t>, 119047.</a:t>
            </a:r>
          </a:p>
          <a:p>
            <a:endParaRPr lang="es-MX" dirty="0"/>
          </a:p>
          <a:p>
            <a:r>
              <a:rPr lang="es-MX" dirty="0" err="1"/>
              <a:t>Sudibyo</a:t>
            </a:r>
            <a:r>
              <a:rPr lang="es-MX" dirty="0"/>
              <a:t>, U., </a:t>
            </a:r>
            <a:r>
              <a:rPr lang="es-MX" dirty="0" err="1"/>
              <a:t>Rustad</a:t>
            </a:r>
            <a:r>
              <a:rPr lang="es-MX" dirty="0"/>
              <a:t>, S., </a:t>
            </a:r>
            <a:r>
              <a:rPr lang="es-MX" dirty="0" err="1"/>
              <a:t>Andono</a:t>
            </a:r>
            <a:r>
              <a:rPr lang="es-MX" dirty="0"/>
              <a:t>, P. N., </a:t>
            </a:r>
            <a:r>
              <a:rPr lang="es-MX" dirty="0" err="1"/>
              <a:t>Fanani</a:t>
            </a:r>
            <a:r>
              <a:rPr lang="es-MX" dirty="0"/>
              <a:t>, A. Z., &amp; </a:t>
            </a:r>
            <a:r>
              <a:rPr lang="es-MX" dirty="0" err="1"/>
              <a:t>Supriyanto</a:t>
            </a:r>
            <a:r>
              <a:rPr lang="es-MX" dirty="0"/>
              <a:t>, C. (2024). </a:t>
            </a:r>
            <a:r>
              <a:rPr lang="es-MX" dirty="0" err="1"/>
              <a:t>iLDA</a:t>
            </a:r>
            <a:r>
              <a:rPr lang="es-MX" dirty="0"/>
              <a:t>: A new dimensional </a:t>
            </a:r>
            <a:r>
              <a:rPr lang="es-MX" dirty="0" err="1"/>
              <a:t>reduction</a:t>
            </a:r>
            <a:r>
              <a:rPr lang="es-MX" dirty="0"/>
              <a:t> </a:t>
            </a:r>
            <a:r>
              <a:rPr lang="es-MX" dirty="0" err="1"/>
              <a:t>method</a:t>
            </a:r>
            <a:r>
              <a:rPr lang="es-MX" dirty="0"/>
              <a:t> </a:t>
            </a:r>
            <a:r>
              <a:rPr lang="es-MX" dirty="0" err="1"/>
              <a:t>for</a:t>
            </a:r>
            <a:r>
              <a:rPr lang="es-MX" dirty="0"/>
              <a:t> non-Gaussian and </a:t>
            </a:r>
            <a:r>
              <a:rPr lang="es-MX" dirty="0" err="1"/>
              <a:t>small</a:t>
            </a:r>
            <a:r>
              <a:rPr lang="es-MX" dirty="0"/>
              <a:t> </a:t>
            </a:r>
            <a:r>
              <a:rPr lang="es-MX" dirty="0" err="1"/>
              <a:t>sample</a:t>
            </a:r>
            <a:r>
              <a:rPr lang="es-MX" dirty="0"/>
              <a:t> </a:t>
            </a:r>
            <a:r>
              <a:rPr lang="es-MX" dirty="0" err="1"/>
              <a:t>size</a:t>
            </a:r>
            <a:r>
              <a:rPr lang="es-MX" dirty="0"/>
              <a:t> </a:t>
            </a:r>
            <a:r>
              <a:rPr lang="es-MX" dirty="0" err="1"/>
              <a:t>datasets</a:t>
            </a:r>
            <a:r>
              <a:rPr lang="es-MX" dirty="0"/>
              <a:t>. </a:t>
            </a:r>
            <a:r>
              <a:rPr lang="es-MX" dirty="0" err="1"/>
              <a:t>Egyptian</a:t>
            </a:r>
            <a:r>
              <a:rPr lang="es-MX" dirty="0"/>
              <a:t> </a:t>
            </a:r>
            <a:r>
              <a:rPr lang="es-MX" dirty="0" err="1"/>
              <a:t>Informatics</a:t>
            </a:r>
            <a:r>
              <a:rPr lang="es-MX" dirty="0"/>
              <a:t> </a:t>
            </a:r>
            <a:r>
              <a:rPr lang="es-MX" dirty="0" err="1"/>
              <a:t>Journal</a:t>
            </a:r>
            <a:r>
              <a:rPr lang="es-MX" dirty="0"/>
              <a:t>, 27, 100533.</a:t>
            </a:r>
          </a:p>
          <a:p>
            <a:endParaRPr lang="es-MX" dirty="0"/>
          </a:p>
          <a:p>
            <a:r>
              <a:rPr lang="es-MX" dirty="0" err="1"/>
              <a:t>Sudibyo</a:t>
            </a:r>
            <a:r>
              <a:rPr lang="es-MX" dirty="0"/>
              <a:t>, U., </a:t>
            </a:r>
            <a:r>
              <a:rPr lang="es-MX" dirty="0" err="1"/>
              <a:t>Rustad</a:t>
            </a:r>
            <a:r>
              <a:rPr lang="es-MX" dirty="0"/>
              <a:t>, S., </a:t>
            </a:r>
            <a:r>
              <a:rPr lang="es-MX" dirty="0" err="1"/>
              <a:t>Nurtantio</a:t>
            </a:r>
            <a:r>
              <a:rPr lang="es-MX" dirty="0"/>
              <a:t>, P., &amp; </a:t>
            </a:r>
            <a:r>
              <a:rPr lang="es-MX" dirty="0" err="1"/>
              <a:t>Fanani</a:t>
            </a:r>
            <a:r>
              <a:rPr lang="es-MX" dirty="0"/>
              <a:t>, A. Z. (2025). DRCT: A Novel </a:t>
            </a:r>
            <a:r>
              <a:rPr lang="es-MX" dirty="0" err="1"/>
              <a:t>Method</a:t>
            </a:r>
            <a:r>
              <a:rPr lang="es-MX" dirty="0"/>
              <a:t> </a:t>
            </a:r>
            <a:r>
              <a:rPr lang="es-MX" dirty="0" err="1"/>
              <a:t>for</a:t>
            </a:r>
            <a:r>
              <a:rPr lang="es-MX" dirty="0"/>
              <a:t> Dimensional </a:t>
            </a:r>
            <a:r>
              <a:rPr lang="es-MX" dirty="0" err="1"/>
              <a:t>Reduction</a:t>
            </a:r>
            <a:r>
              <a:rPr lang="es-MX" dirty="0"/>
              <a:t> </a:t>
            </a:r>
            <a:r>
              <a:rPr lang="es-MX" dirty="0" err="1"/>
              <a:t>on</a:t>
            </a:r>
            <a:r>
              <a:rPr lang="es-MX" dirty="0"/>
              <a:t> High-Dimensional Data. International </a:t>
            </a:r>
            <a:r>
              <a:rPr lang="es-MX" dirty="0" err="1"/>
              <a:t>Journal</a:t>
            </a:r>
            <a:r>
              <a:rPr lang="es-MX" dirty="0"/>
              <a:t> </a:t>
            </a:r>
            <a:r>
              <a:rPr lang="es-MX" dirty="0" err="1"/>
              <a:t>of</a:t>
            </a:r>
            <a:r>
              <a:rPr lang="es-MX" dirty="0"/>
              <a:t> </a:t>
            </a:r>
            <a:r>
              <a:rPr lang="es-MX" dirty="0" err="1"/>
              <a:t>Intelligent</a:t>
            </a:r>
            <a:r>
              <a:rPr lang="es-MX" dirty="0"/>
              <a:t> </a:t>
            </a:r>
            <a:r>
              <a:rPr lang="es-MX" dirty="0" err="1"/>
              <a:t>Engineering</a:t>
            </a:r>
            <a:r>
              <a:rPr lang="es-MX" dirty="0"/>
              <a:t> &amp; </a:t>
            </a:r>
            <a:r>
              <a:rPr lang="es-MX" dirty="0" err="1"/>
              <a:t>Systems</a:t>
            </a:r>
            <a:r>
              <a:rPr lang="es-MX" dirty="0"/>
              <a:t>, 18(3).</a:t>
            </a:r>
          </a:p>
          <a:p>
            <a:endParaRPr lang="es-MX" dirty="0"/>
          </a:p>
          <a:p>
            <a:r>
              <a:rPr lang="es-MX" dirty="0"/>
              <a:t>Zheng, P., Solomon </a:t>
            </a:r>
            <a:r>
              <a:rPr lang="es-MX" dirty="0" err="1"/>
              <a:t>Adade</a:t>
            </a:r>
            <a:r>
              <a:rPr lang="es-MX" dirty="0"/>
              <a:t>, S. Y. S., </a:t>
            </a:r>
            <a:r>
              <a:rPr lang="es-MX" dirty="0" err="1"/>
              <a:t>Rong</a:t>
            </a:r>
            <a:r>
              <a:rPr lang="es-MX" dirty="0"/>
              <a:t>, Y., Zhao, S., Han, Z., Gong, Y., Hao, Q., Wang, X., &amp; Lin, H. (2024). Online </a:t>
            </a:r>
            <a:r>
              <a:rPr lang="es-MX" dirty="0" err="1"/>
              <a:t>system</a:t>
            </a:r>
            <a:r>
              <a:rPr lang="es-MX" dirty="0"/>
              <a:t> </a:t>
            </a:r>
            <a:r>
              <a:rPr lang="es-MX" dirty="0" err="1"/>
              <a:t>for</a:t>
            </a:r>
            <a:r>
              <a:rPr lang="es-MX" dirty="0"/>
              <a:t> </a:t>
            </a:r>
            <a:r>
              <a:rPr lang="es-MX" dirty="0" err="1"/>
              <a:t>monitoring</a:t>
            </a:r>
            <a:r>
              <a:rPr lang="es-MX" dirty="0"/>
              <a:t> </a:t>
            </a:r>
            <a:r>
              <a:rPr lang="es-MX" dirty="0" err="1"/>
              <a:t>the</a:t>
            </a:r>
            <a:r>
              <a:rPr lang="es-MX" dirty="0"/>
              <a:t> </a:t>
            </a:r>
            <a:r>
              <a:rPr lang="es-MX" dirty="0" err="1"/>
              <a:t>degree</a:t>
            </a:r>
            <a:r>
              <a:rPr lang="es-MX" dirty="0"/>
              <a:t> </a:t>
            </a:r>
            <a:r>
              <a:rPr lang="es-MX" dirty="0" err="1"/>
              <a:t>of</a:t>
            </a:r>
            <a:r>
              <a:rPr lang="es-MX" dirty="0"/>
              <a:t> </a:t>
            </a:r>
            <a:r>
              <a:rPr lang="es-MX" dirty="0" err="1"/>
              <a:t>fermentation</a:t>
            </a:r>
            <a:r>
              <a:rPr lang="es-MX" dirty="0"/>
              <a:t> </a:t>
            </a:r>
            <a:r>
              <a:rPr lang="es-MX" dirty="0" err="1"/>
              <a:t>of</a:t>
            </a:r>
            <a:r>
              <a:rPr lang="es-MX" dirty="0"/>
              <a:t> </a:t>
            </a:r>
            <a:r>
              <a:rPr lang="es-MX" dirty="0" err="1"/>
              <a:t>oolong</a:t>
            </a:r>
            <a:r>
              <a:rPr lang="es-MX" dirty="0"/>
              <a:t> tea </a:t>
            </a:r>
            <a:r>
              <a:rPr lang="es-MX" dirty="0" err="1"/>
              <a:t>using</a:t>
            </a:r>
            <a:r>
              <a:rPr lang="es-MX" dirty="0"/>
              <a:t> </a:t>
            </a:r>
            <a:r>
              <a:rPr lang="es-MX" dirty="0" err="1"/>
              <a:t>integrated</a:t>
            </a:r>
            <a:r>
              <a:rPr lang="es-MX" dirty="0"/>
              <a:t> visible--</a:t>
            </a:r>
            <a:r>
              <a:rPr lang="es-MX" dirty="0" err="1"/>
              <a:t>near-infrared</a:t>
            </a:r>
            <a:r>
              <a:rPr lang="es-MX" dirty="0"/>
              <a:t> </a:t>
            </a:r>
            <a:r>
              <a:rPr lang="es-MX" dirty="0" err="1"/>
              <a:t>spectroscopy</a:t>
            </a:r>
            <a:r>
              <a:rPr lang="es-MX" dirty="0"/>
              <a:t> and </a:t>
            </a:r>
            <a:r>
              <a:rPr lang="es-MX" dirty="0" err="1"/>
              <a:t>image-processing</a:t>
            </a:r>
            <a:r>
              <a:rPr lang="es-MX" dirty="0"/>
              <a:t> </a:t>
            </a:r>
            <a:r>
              <a:rPr lang="es-MX" dirty="0" err="1"/>
              <a:t>technologies</a:t>
            </a:r>
            <a:r>
              <a:rPr lang="es-MX" dirty="0"/>
              <a:t>. </a:t>
            </a:r>
            <a:r>
              <a:rPr lang="es-MX" dirty="0" err="1"/>
              <a:t>Foods</a:t>
            </a:r>
            <a:r>
              <a:rPr lang="es-MX" dirty="0"/>
              <a:t>, 13(11), 1708.</a:t>
            </a:r>
          </a:p>
          <a:p>
            <a:endParaRPr lang="es-MX" dirty="0"/>
          </a:p>
        </p:txBody>
      </p:sp>
      <p:sp>
        <p:nvSpPr>
          <p:cNvPr id="4" name="Marcador de número de diapositiva 3">
            <a:extLst>
              <a:ext uri="{FF2B5EF4-FFF2-40B4-BE49-F238E27FC236}">
                <a16:creationId xmlns:a16="http://schemas.microsoft.com/office/drawing/2014/main" id="{D14D7E0C-B2ED-4A1E-2453-AD9C841F22C8}"/>
              </a:ext>
            </a:extLst>
          </p:cNvPr>
          <p:cNvSpPr>
            <a:spLocks noGrp="1"/>
          </p:cNvSpPr>
          <p:nvPr>
            <p:ph type="sldNum" sz="quarter" idx="8"/>
          </p:nvPr>
        </p:nvSpPr>
        <p:spPr/>
        <p:txBody>
          <a:bodyPr/>
          <a:lstStyle/>
          <a:p>
            <a:pPr lvl="0"/>
            <a:fld id="{A20C4BF6-2150-487F-8C1E-23E793CAFD15}" type="slidenum">
              <a:rPr lang="es-MX" smtClean="0"/>
              <a:t>23</a:t>
            </a:fld>
            <a:endParaRPr lang="es-MX"/>
          </a:p>
        </p:txBody>
      </p:sp>
    </p:spTree>
    <p:extLst>
      <p:ext uri="{BB962C8B-B14F-4D97-AF65-F5344CB8AC3E}">
        <p14:creationId xmlns:p14="http://schemas.microsoft.com/office/powerpoint/2010/main" val="42398099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AF7F6-34E2-45B6-40F9-41FD27E8E0DF}"/>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3367137D-0523-CE39-6CF8-21594C666A9F}"/>
              </a:ext>
            </a:extLst>
          </p:cNvPr>
          <p:cNvSpPr>
            <a:spLocks noGrp="1"/>
          </p:cNvSpPr>
          <p:nvPr>
            <p:ph type="sldNum" sz="quarter" idx="8"/>
          </p:nvPr>
        </p:nvSpPr>
        <p:spPr/>
        <p:txBody>
          <a:bodyPr/>
          <a:lstStyle/>
          <a:p>
            <a:pPr lvl="0"/>
            <a:fld id="{A20C4BF6-2150-487F-8C1E-23E793CAFD15}" type="slidenum">
              <a:rPr lang="es-MX" smtClean="0">
                <a:solidFill>
                  <a:schemeClr val="tx1"/>
                </a:solidFill>
              </a:rPr>
              <a:t>24</a:t>
            </a:fld>
            <a:endParaRPr lang="es-MX" dirty="0">
              <a:solidFill>
                <a:schemeClr val="tx1"/>
              </a:solidFill>
            </a:endParaRPr>
          </a:p>
        </p:txBody>
      </p:sp>
      <p:sp>
        <p:nvSpPr>
          <p:cNvPr id="48" name="Rectángulo 47">
            <a:extLst>
              <a:ext uri="{FF2B5EF4-FFF2-40B4-BE49-F238E27FC236}">
                <a16:creationId xmlns:a16="http://schemas.microsoft.com/office/drawing/2014/main" id="{DF136024-3BC4-88A9-FCEF-1FD8B7AD1BC0}"/>
              </a:ext>
            </a:extLst>
          </p:cNvPr>
          <p:cNvSpPr/>
          <p:nvPr/>
        </p:nvSpPr>
        <p:spPr>
          <a:xfrm>
            <a:off x="6093673" y="2052165"/>
            <a:ext cx="1863701" cy="87949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Título 1">
            <a:extLst>
              <a:ext uri="{FF2B5EF4-FFF2-40B4-BE49-F238E27FC236}">
                <a16:creationId xmlns:a16="http://schemas.microsoft.com/office/drawing/2014/main" id="{DE9D5868-C192-29E5-94B0-9458320897B0}"/>
              </a:ext>
            </a:extLst>
          </p:cNvPr>
          <p:cNvSpPr txBox="1">
            <a:spLocks/>
          </p:cNvSpPr>
          <p:nvPr/>
        </p:nvSpPr>
        <p:spPr>
          <a:xfrm>
            <a:off x="457199" y="-258726"/>
            <a:ext cx="8229600" cy="1143000"/>
          </a:xfrm>
          <a:prstGeom prst="rect">
            <a:avLst/>
          </a:prstGeom>
          <a:noFill/>
          <a:ln>
            <a:noFill/>
          </a:ln>
        </p:spPr>
        <p:txBody>
          <a:bodyPr vert="horz" wrap="square" lIns="91440" tIns="45720" rIns="91440" bIns="45720" anchor="ctr" anchorCtr="1" compatLnSpc="1">
            <a:normAutofit fontScale="97500"/>
          </a:bodyPr>
          <a:lstStyle>
            <a:lvl1pPr marL="0" marR="0" lvl="0" indent="0" algn="ctr" defTabSz="457200" rtl="0" fontAlgn="auto" hangingPunct="1">
              <a:lnSpc>
                <a:spcPct val="100000"/>
              </a:lnSpc>
              <a:spcBef>
                <a:spcPts val="0"/>
              </a:spcBef>
              <a:spcAft>
                <a:spcPts val="0"/>
              </a:spcAft>
              <a:buNone/>
              <a:tabLst/>
              <a:defRPr lang="es-ES" sz="4400" b="0" i="0" u="none" strike="noStrike" kern="1200" cap="none" spc="0" baseline="0">
                <a:solidFill>
                  <a:srgbClr val="000000"/>
                </a:solidFill>
                <a:uFillTx/>
                <a:latin typeface="Calibri"/>
              </a:defRPr>
            </a:lvl1pPr>
          </a:lstStyle>
          <a:p>
            <a:r>
              <a:rPr lang="es-MX" sz="3600" b="1" dirty="0" err="1">
                <a:latin typeface="Times New Roman" panose="02020603050405020304" pitchFamily="18" charset="0"/>
                <a:cs typeface="Times New Roman" panose="02020603050405020304" pitchFamily="18" charset="0"/>
              </a:rPr>
              <a:t>State</a:t>
            </a:r>
            <a:r>
              <a:rPr lang="es-MX" sz="3600" b="1" dirty="0">
                <a:latin typeface="Times New Roman" panose="02020603050405020304" pitchFamily="18" charset="0"/>
                <a:cs typeface="Times New Roman" panose="02020603050405020304" pitchFamily="18" charset="0"/>
              </a:rPr>
              <a:t> </a:t>
            </a:r>
            <a:r>
              <a:rPr lang="es-MX" sz="3600" b="1" dirty="0" err="1">
                <a:latin typeface="Times New Roman" panose="02020603050405020304" pitchFamily="18" charset="0"/>
                <a:cs typeface="Times New Roman" panose="02020603050405020304" pitchFamily="18" charset="0"/>
              </a:rPr>
              <a:t>of</a:t>
            </a:r>
            <a:r>
              <a:rPr lang="es-MX" sz="3600" b="1" dirty="0">
                <a:latin typeface="Times New Roman" panose="02020603050405020304" pitchFamily="18" charset="0"/>
                <a:cs typeface="Times New Roman" panose="02020603050405020304" pitchFamily="18" charset="0"/>
              </a:rPr>
              <a:t> </a:t>
            </a:r>
            <a:r>
              <a:rPr lang="es-MX" sz="3600" b="1" dirty="0" err="1">
                <a:latin typeface="Times New Roman" panose="02020603050405020304" pitchFamily="18" charset="0"/>
                <a:cs typeface="Times New Roman" panose="02020603050405020304" pitchFamily="18" charset="0"/>
              </a:rPr>
              <a:t>the</a:t>
            </a:r>
            <a:r>
              <a:rPr lang="es-MX" sz="3600" b="1" dirty="0">
                <a:latin typeface="Times New Roman" panose="02020603050405020304" pitchFamily="18" charset="0"/>
                <a:cs typeface="Times New Roman" panose="02020603050405020304" pitchFamily="18" charset="0"/>
              </a:rPr>
              <a:t> art </a:t>
            </a:r>
            <a:r>
              <a:rPr lang="es-MX" sz="3600" b="1" dirty="0" err="1">
                <a:latin typeface="Times New Roman" panose="02020603050405020304" pitchFamily="18" charset="0"/>
                <a:cs typeface="Times New Roman" panose="02020603050405020304" pitchFamily="18" charset="0"/>
              </a:rPr>
              <a:t>for</a:t>
            </a:r>
            <a:r>
              <a:rPr lang="es-MX" sz="3600" b="1" dirty="0">
                <a:latin typeface="Times New Roman" panose="02020603050405020304" pitchFamily="18" charset="0"/>
                <a:cs typeface="Times New Roman" panose="02020603050405020304" pitchFamily="18" charset="0"/>
              </a:rPr>
              <a:t> Non-</a:t>
            </a:r>
            <a:r>
              <a:rPr lang="es-MX" sz="3600" b="1" dirty="0" err="1">
                <a:latin typeface="Times New Roman" panose="02020603050405020304" pitchFamily="18" charset="0"/>
                <a:cs typeface="Times New Roman" panose="02020603050405020304" pitchFamily="18" charset="0"/>
              </a:rPr>
              <a:t>linearly</a:t>
            </a:r>
            <a:endParaRPr lang="es-MX" sz="3600" b="1" dirty="0">
              <a:latin typeface="Times New Roman" panose="02020603050405020304" pitchFamily="18" charset="0"/>
              <a:cs typeface="Times New Roman" panose="02020603050405020304" pitchFamily="18" charset="0"/>
            </a:endParaRPr>
          </a:p>
        </p:txBody>
      </p:sp>
      <p:graphicFrame>
        <p:nvGraphicFramePr>
          <p:cNvPr id="3" name="Tabla 2">
            <a:extLst>
              <a:ext uri="{FF2B5EF4-FFF2-40B4-BE49-F238E27FC236}">
                <a16:creationId xmlns:a16="http://schemas.microsoft.com/office/drawing/2014/main" id="{7DD3D413-FA27-60E3-D691-8BD0940060C2}"/>
              </a:ext>
            </a:extLst>
          </p:cNvPr>
          <p:cNvGraphicFramePr>
            <a:graphicFrameLocks noGrp="1"/>
          </p:cNvGraphicFramePr>
          <p:nvPr>
            <p:extLst>
              <p:ext uri="{D42A27DB-BD31-4B8C-83A1-F6EECF244321}">
                <p14:modId xmlns:p14="http://schemas.microsoft.com/office/powerpoint/2010/main" val="120158702"/>
              </p:ext>
            </p:extLst>
          </p:nvPr>
        </p:nvGraphicFramePr>
        <p:xfrm>
          <a:off x="80320" y="1219186"/>
          <a:ext cx="8989540" cy="4104616"/>
        </p:xfrm>
        <a:graphic>
          <a:graphicData uri="http://schemas.openxmlformats.org/drawingml/2006/table">
            <a:tbl>
              <a:tblPr/>
              <a:tblGrid>
                <a:gridCol w="2139311">
                  <a:extLst>
                    <a:ext uri="{9D8B030D-6E8A-4147-A177-3AD203B41FA5}">
                      <a16:colId xmlns:a16="http://schemas.microsoft.com/office/drawing/2014/main" val="2736544995"/>
                    </a:ext>
                  </a:extLst>
                </a:gridCol>
                <a:gridCol w="1130621">
                  <a:extLst>
                    <a:ext uri="{9D8B030D-6E8A-4147-A177-3AD203B41FA5}">
                      <a16:colId xmlns:a16="http://schemas.microsoft.com/office/drawing/2014/main" val="2697220051"/>
                    </a:ext>
                  </a:extLst>
                </a:gridCol>
                <a:gridCol w="1817860">
                  <a:extLst>
                    <a:ext uri="{9D8B030D-6E8A-4147-A177-3AD203B41FA5}">
                      <a16:colId xmlns:a16="http://schemas.microsoft.com/office/drawing/2014/main" val="1818702231"/>
                    </a:ext>
                  </a:extLst>
                </a:gridCol>
                <a:gridCol w="1629423">
                  <a:extLst>
                    <a:ext uri="{9D8B030D-6E8A-4147-A177-3AD203B41FA5}">
                      <a16:colId xmlns:a16="http://schemas.microsoft.com/office/drawing/2014/main" val="1270399478"/>
                    </a:ext>
                  </a:extLst>
                </a:gridCol>
                <a:gridCol w="2272325">
                  <a:extLst>
                    <a:ext uri="{9D8B030D-6E8A-4147-A177-3AD203B41FA5}">
                      <a16:colId xmlns:a16="http://schemas.microsoft.com/office/drawing/2014/main" val="3832498918"/>
                    </a:ext>
                  </a:extLst>
                </a:gridCol>
              </a:tblGrid>
              <a:tr h="243539">
                <a:tc>
                  <a:txBody>
                    <a:bodyPr/>
                    <a:lstStyle/>
                    <a:p>
                      <a:pPr algn="ctr" rtl="0" fontAlgn="ctr">
                        <a:buNone/>
                      </a:pPr>
                      <a:r>
                        <a:rPr lang="es-MX" sz="2400" b="1" i="0" u="none" strike="noStrike" dirty="0" err="1">
                          <a:solidFill>
                            <a:srgbClr val="FFFFFF"/>
                          </a:solidFill>
                          <a:effectLst/>
                          <a:latin typeface="Calibri" panose="020F0502020204030204" pitchFamily="34" charset="0"/>
                        </a:rPr>
                        <a:t>Year</a:t>
                      </a:r>
                      <a:endParaRPr lang="es-MX" sz="2400" b="1" i="0" u="none" strike="noStrike" dirty="0">
                        <a:solidFill>
                          <a:srgbClr val="FFFFFF"/>
                        </a:solidFill>
                        <a:effectLst/>
                        <a:latin typeface="Calibri" panose="020F0502020204030204" pitchFamily="34" charset="0"/>
                      </a:endParaRPr>
                    </a:p>
                  </a:txBody>
                  <a:tcPr marL="5074" marR="5074" marT="5074"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C"/>
                    </a:solidFill>
                  </a:tcPr>
                </a:tc>
                <a:tc>
                  <a:txBody>
                    <a:bodyPr/>
                    <a:lstStyle/>
                    <a:p>
                      <a:pPr algn="ctr" rtl="0" fontAlgn="ctr">
                        <a:buNone/>
                      </a:pPr>
                      <a:r>
                        <a:rPr lang="es-MX" sz="2400" b="1" i="0" u="none" strike="noStrike">
                          <a:solidFill>
                            <a:srgbClr val="FFFFFF"/>
                          </a:solidFill>
                          <a:effectLst/>
                          <a:latin typeface="Calibri" panose="020F0502020204030204" pitchFamily="34" charset="0"/>
                        </a:rPr>
                        <a:t>Authors</a:t>
                      </a:r>
                    </a:p>
                  </a:txBody>
                  <a:tcPr marL="5074" marR="5074" marT="5074"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C"/>
                    </a:solidFill>
                  </a:tcPr>
                </a:tc>
                <a:tc>
                  <a:txBody>
                    <a:bodyPr/>
                    <a:lstStyle/>
                    <a:p>
                      <a:pPr algn="ctr" rtl="0" fontAlgn="ctr">
                        <a:buNone/>
                      </a:pPr>
                      <a:r>
                        <a:rPr lang="es-MX" sz="2400" b="1" i="0" u="none" strike="noStrike">
                          <a:solidFill>
                            <a:srgbClr val="FFFFFF"/>
                          </a:solidFill>
                          <a:effectLst/>
                          <a:latin typeface="Calibri" panose="020F0502020204030204" pitchFamily="34" charset="0"/>
                        </a:rPr>
                        <a:t>Method</a:t>
                      </a:r>
                    </a:p>
                  </a:txBody>
                  <a:tcPr marL="5074" marR="5074" marT="5074"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C"/>
                    </a:solidFill>
                  </a:tcPr>
                </a:tc>
                <a:tc>
                  <a:txBody>
                    <a:bodyPr/>
                    <a:lstStyle/>
                    <a:p>
                      <a:pPr algn="ctr" rtl="0" fontAlgn="ctr">
                        <a:buNone/>
                      </a:pPr>
                      <a:r>
                        <a:rPr lang="es-MX" sz="2400" b="1" i="0" u="none" strike="noStrike">
                          <a:solidFill>
                            <a:srgbClr val="FFFFFF"/>
                          </a:solidFill>
                          <a:effectLst/>
                          <a:latin typeface="Calibri" panose="020F0502020204030204" pitchFamily="34" charset="0"/>
                        </a:rPr>
                        <a:t>Focus / Solves</a:t>
                      </a:r>
                    </a:p>
                  </a:txBody>
                  <a:tcPr marL="5074" marR="5074" marT="5074"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C"/>
                    </a:solidFill>
                  </a:tcPr>
                </a:tc>
                <a:tc>
                  <a:txBody>
                    <a:bodyPr/>
                    <a:lstStyle/>
                    <a:p>
                      <a:pPr algn="ctr" rtl="0" fontAlgn="ctr">
                        <a:buNone/>
                      </a:pPr>
                      <a:r>
                        <a:rPr lang="es-MX" sz="2400" b="1" i="0" u="none" strike="noStrike">
                          <a:solidFill>
                            <a:srgbClr val="FFFFFF"/>
                          </a:solidFill>
                          <a:effectLst/>
                          <a:latin typeface="Calibri" panose="020F0502020204030204" pitchFamily="34" charset="0"/>
                        </a:rPr>
                        <a:t>Limitation</a:t>
                      </a:r>
                    </a:p>
                  </a:txBody>
                  <a:tcPr marL="5074" marR="5074" marT="5074"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F81BC"/>
                    </a:solidFill>
                  </a:tcPr>
                </a:tc>
                <a:extLst>
                  <a:ext uri="{0D108BD9-81ED-4DB2-BD59-A6C34878D82A}">
                    <a16:rowId xmlns:a16="http://schemas.microsoft.com/office/drawing/2014/main" val="4287340770"/>
                  </a:ext>
                </a:extLst>
              </a:tr>
              <a:tr h="466784">
                <a:tc>
                  <a:txBody>
                    <a:bodyPr/>
                    <a:lstStyle/>
                    <a:p>
                      <a:pPr algn="ctr" fontAlgn="t">
                        <a:buNone/>
                      </a:pPr>
                      <a:r>
                        <a:rPr lang="es-MX" sz="2000" b="0" i="0" u="none" strike="noStrike">
                          <a:solidFill>
                            <a:srgbClr val="000000"/>
                          </a:solidFill>
                          <a:effectLst/>
                          <a:latin typeface="Arial" panose="020B0604020202020204" pitchFamily="34" charset="0"/>
                        </a:rPr>
                        <a:t>2025</a:t>
                      </a:r>
                    </a:p>
                  </a:txBody>
                  <a:tcPr marL="5074" marR="5074" marT="5074"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fontAlgn="t">
                        <a:buNone/>
                      </a:pPr>
                      <a:r>
                        <a:rPr lang="es-MX" sz="2000" b="0" i="0" u="none" strike="noStrike" dirty="0" err="1">
                          <a:solidFill>
                            <a:srgbClr val="000000"/>
                          </a:solidFill>
                          <a:effectLst/>
                          <a:latin typeface="Arial" panose="020B0604020202020204" pitchFamily="34" charset="0"/>
                        </a:rPr>
                        <a:t>Hu</a:t>
                      </a:r>
                      <a:r>
                        <a:rPr lang="es-MX" sz="2000" b="0" i="0" u="none" strike="noStrike" dirty="0">
                          <a:solidFill>
                            <a:srgbClr val="000000"/>
                          </a:solidFill>
                          <a:effectLst/>
                          <a:latin typeface="Arial" panose="020B0604020202020204" pitchFamily="34" charset="0"/>
                        </a:rPr>
                        <a:t> et al.</a:t>
                      </a:r>
                    </a:p>
                  </a:txBody>
                  <a:tcPr marL="5074" marR="5074" marT="5074"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fontAlgn="t">
                        <a:buNone/>
                      </a:pPr>
                      <a:r>
                        <a:rPr lang="es-MX" sz="2000" b="0" i="0" u="none" strike="noStrike">
                          <a:solidFill>
                            <a:srgbClr val="000000"/>
                          </a:solidFill>
                          <a:effectLst/>
                          <a:latin typeface="Arial" panose="020B0604020202020204" pitchFamily="34" charset="0"/>
                        </a:rPr>
                        <a:t>Inter-Spectral Distance</a:t>
                      </a:r>
                    </a:p>
                  </a:txBody>
                  <a:tcPr marL="5074" marR="5074" marT="5074"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fontAlgn="t">
                        <a:buNone/>
                      </a:pPr>
                      <a:r>
                        <a:rPr lang="en-US" sz="2000" b="0" i="0" u="none" strike="noStrike">
                          <a:solidFill>
                            <a:srgbClr val="000000"/>
                          </a:solidFill>
                          <a:effectLst/>
                          <a:latin typeface="Arial" panose="020B0604020202020204" pitchFamily="34" charset="0"/>
                        </a:rPr>
                        <a:t>Mass spectra of similar species.</a:t>
                      </a:r>
                    </a:p>
                  </a:txBody>
                  <a:tcPr marL="5074" marR="5074" marT="5074"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fontAlgn="t">
                        <a:buNone/>
                      </a:pPr>
                      <a:r>
                        <a:rPr lang="en-US" sz="2000" b="0" i="0" u="none" strike="noStrike">
                          <a:solidFill>
                            <a:srgbClr val="000000"/>
                          </a:solidFill>
                          <a:effectLst/>
                          <a:latin typeface="Arial" panose="020B0604020202020204" pitchFamily="34" charset="0"/>
                        </a:rPr>
                        <a:t>Domain-specific: Limited to spectral data.</a:t>
                      </a:r>
                    </a:p>
                  </a:txBody>
                  <a:tcPr marL="5074" marR="5074" marT="5074"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extLst>
                  <a:ext uri="{0D108BD9-81ED-4DB2-BD59-A6C34878D82A}">
                    <a16:rowId xmlns:a16="http://schemas.microsoft.com/office/drawing/2014/main" val="3305597562"/>
                  </a:ext>
                </a:extLst>
              </a:tr>
              <a:tr h="613922">
                <a:tc>
                  <a:txBody>
                    <a:bodyPr/>
                    <a:lstStyle/>
                    <a:p>
                      <a:pPr algn="ctr" fontAlgn="t">
                        <a:buNone/>
                      </a:pPr>
                      <a:r>
                        <a:rPr lang="es-MX" sz="2000" b="1" i="0" u="none" strike="noStrike" dirty="0">
                          <a:solidFill>
                            <a:srgbClr val="000000"/>
                          </a:solidFill>
                          <a:effectLst/>
                          <a:latin typeface="Arial" panose="020B0604020202020204" pitchFamily="34" charset="0"/>
                        </a:rPr>
                        <a:t>2024</a:t>
                      </a:r>
                    </a:p>
                  </a:txBody>
                  <a:tcPr marL="5074" marR="5074" marT="5074"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CF4"/>
                    </a:solidFill>
                  </a:tcPr>
                </a:tc>
                <a:tc>
                  <a:txBody>
                    <a:bodyPr/>
                    <a:lstStyle/>
                    <a:p>
                      <a:pPr algn="ctr" fontAlgn="t">
                        <a:buNone/>
                      </a:pPr>
                      <a:r>
                        <a:rPr lang="es-MX" sz="2000" b="1" i="0" u="none" strike="noStrike" dirty="0" err="1">
                          <a:solidFill>
                            <a:srgbClr val="000000"/>
                          </a:solidFill>
                          <a:effectLst/>
                          <a:latin typeface="Arial" panose="020B0604020202020204" pitchFamily="34" charset="0"/>
                        </a:rPr>
                        <a:t>Sudibyo</a:t>
                      </a:r>
                      <a:r>
                        <a:rPr lang="es-MX" sz="2000" b="1" i="0" u="none" strike="noStrike" dirty="0">
                          <a:solidFill>
                            <a:srgbClr val="000000"/>
                          </a:solidFill>
                          <a:effectLst/>
                          <a:latin typeface="Arial" panose="020B0604020202020204" pitchFamily="34" charset="0"/>
                        </a:rPr>
                        <a:t> et al.</a:t>
                      </a:r>
                    </a:p>
                  </a:txBody>
                  <a:tcPr marL="5074" marR="5074" marT="5074"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CF4"/>
                    </a:solidFill>
                  </a:tcPr>
                </a:tc>
                <a:tc>
                  <a:txBody>
                    <a:bodyPr/>
                    <a:lstStyle/>
                    <a:p>
                      <a:pPr algn="ctr" fontAlgn="t">
                        <a:buNone/>
                      </a:pPr>
                      <a:r>
                        <a:rPr lang="es-MX" sz="2000" b="1" i="0" u="none" strike="noStrike" dirty="0" err="1">
                          <a:solidFill>
                            <a:srgbClr val="000000"/>
                          </a:solidFill>
                          <a:effectLst/>
                          <a:latin typeface="Arial" panose="020B0604020202020204" pitchFamily="34" charset="0"/>
                        </a:rPr>
                        <a:t>iLDA</a:t>
                      </a:r>
                      <a:r>
                        <a:rPr lang="es-MX" sz="2000" b="1" i="0" u="none" strike="noStrike" dirty="0">
                          <a:solidFill>
                            <a:srgbClr val="000000"/>
                          </a:solidFill>
                          <a:effectLst/>
                          <a:latin typeface="Arial" panose="020B0604020202020204" pitchFamily="34" charset="0"/>
                        </a:rPr>
                        <a:t> (Iterative)</a:t>
                      </a:r>
                    </a:p>
                  </a:txBody>
                  <a:tcPr marL="5074" marR="5074" marT="5074"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CF4"/>
                    </a:solidFill>
                  </a:tcPr>
                </a:tc>
                <a:tc>
                  <a:txBody>
                    <a:bodyPr/>
                    <a:lstStyle/>
                    <a:p>
                      <a:pPr algn="ctr" fontAlgn="t">
                        <a:buNone/>
                      </a:pPr>
                      <a:r>
                        <a:rPr lang="es-MX" sz="2000" b="1" i="0" u="none" strike="noStrike" dirty="0">
                          <a:solidFill>
                            <a:srgbClr val="000000"/>
                          </a:solidFill>
                          <a:effectLst/>
                          <a:latin typeface="Arial" panose="020B0604020202020204" pitchFamily="34" charset="0"/>
                        </a:rPr>
                        <a:t>Non-Gaussian dimensional </a:t>
                      </a:r>
                      <a:r>
                        <a:rPr lang="es-MX" sz="2000" b="1" i="0" u="none" strike="noStrike" dirty="0" err="1">
                          <a:solidFill>
                            <a:srgbClr val="000000"/>
                          </a:solidFill>
                          <a:effectLst/>
                          <a:latin typeface="Arial" panose="020B0604020202020204" pitchFamily="34" charset="0"/>
                        </a:rPr>
                        <a:t>reduction</a:t>
                      </a:r>
                      <a:r>
                        <a:rPr lang="es-MX" sz="2000" b="1" i="0" u="none" strike="noStrike" dirty="0">
                          <a:solidFill>
                            <a:srgbClr val="000000"/>
                          </a:solidFill>
                          <a:effectLst/>
                          <a:latin typeface="Arial" panose="020B0604020202020204" pitchFamily="34" charset="0"/>
                        </a:rPr>
                        <a:t>.</a:t>
                      </a:r>
                    </a:p>
                  </a:txBody>
                  <a:tcPr marL="5074" marR="5074" marT="5074"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CF4"/>
                    </a:solidFill>
                  </a:tcPr>
                </a:tc>
                <a:tc>
                  <a:txBody>
                    <a:bodyPr/>
                    <a:lstStyle/>
                    <a:p>
                      <a:pPr algn="ctr" fontAlgn="t">
                        <a:buNone/>
                      </a:pPr>
                      <a:r>
                        <a:rPr lang="en-US" sz="2000" b="1" i="0" u="none" strike="noStrike" dirty="0">
                          <a:solidFill>
                            <a:srgbClr val="000000"/>
                          </a:solidFill>
                          <a:effectLst/>
                          <a:latin typeface="Arial" panose="020B0604020202020204" pitchFamily="34" charset="0"/>
                        </a:rPr>
                        <a:t>Unstable: Fails with small sample sizes.</a:t>
                      </a:r>
                    </a:p>
                  </a:txBody>
                  <a:tcPr marL="5074" marR="5074" marT="5074"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4"/>
                    </a:solidFill>
                  </a:tcPr>
                </a:tc>
                <a:extLst>
                  <a:ext uri="{0D108BD9-81ED-4DB2-BD59-A6C34878D82A}">
                    <a16:rowId xmlns:a16="http://schemas.microsoft.com/office/drawing/2014/main" val="3559958993"/>
                  </a:ext>
                </a:extLst>
              </a:tr>
              <a:tr h="466784">
                <a:tc>
                  <a:txBody>
                    <a:bodyPr/>
                    <a:lstStyle/>
                    <a:p>
                      <a:pPr algn="ctr" fontAlgn="t">
                        <a:buNone/>
                      </a:pPr>
                      <a:r>
                        <a:rPr lang="es-MX" sz="2000" b="0" i="0" u="none" strike="noStrike">
                          <a:solidFill>
                            <a:srgbClr val="000000"/>
                          </a:solidFill>
                          <a:effectLst/>
                          <a:latin typeface="Arial" panose="020B0604020202020204" pitchFamily="34" charset="0"/>
                        </a:rPr>
                        <a:t>2023</a:t>
                      </a:r>
                    </a:p>
                  </a:txBody>
                  <a:tcPr marL="5074" marR="5074" marT="5074"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fontAlgn="t">
                        <a:buNone/>
                      </a:pPr>
                      <a:r>
                        <a:rPr lang="es-MX" sz="2000" b="0" i="0" u="none" strike="noStrike">
                          <a:solidFill>
                            <a:srgbClr val="000000"/>
                          </a:solidFill>
                          <a:effectLst/>
                          <a:latin typeface="Arial" panose="020B0604020202020204" pitchFamily="34" charset="0"/>
                        </a:rPr>
                        <a:t>Reza et al.</a:t>
                      </a:r>
                    </a:p>
                  </a:txBody>
                  <a:tcPr marL="5074" marR="5074" marT="5074"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fontAlgn="t">
                        <a:buNone/>
                      </a:pPr>
                      <a:r>
                        <a:rPr lang="es-MX" sz="2000" b="0" i="0" u="none" strike="noStrike">
                          <a:solidFill>
                            <a:srgbClr val="000000"/>
                          </a:solidFill>
                          <a:effectLst/>
                          <a:latin typeface="Arial" panose="020B0604020202020204" pitchFamily="34" charset="0"/>
                        </a:rPr>
                        <a:t>Integrated RBF Kernel</a:t>
                      </a:r>
                    </a:p>
                  </a:txBody>
                  <a:tcPr marL="5074" marR="5074" marT="5074"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fontAlgn="t">
                        <a:buNone/>
                      </a:pPr>
                      <a:r>
                        <a:rPr lang="es-MX" sz="2000" b="0" i="0" u="none" strike="noStrike">
                          <a:solidFill>
                            <a:srgbClr val="000000"/>
                          </a:solidFill>
                          <a:effectLst/>
                          <a:latin typeface="Arial" panose="020B0604020202020204" pitchFamily="34" charset="0"/>
                        </a:rPr>
                        <a:t>Complex clinical prediction (PIMA).</a:t>
                      </a:r>
                    </a:p>
                  </a:txBody>
                  <a:tcPr marL="5074" marR="5074" marT="5074"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fontAlgn="t">
                        <a:buNone/>
                      </a:pPr>
                      <a:r>
                        <a:rPr lang="es-MX" sz="2000" b="0" i="0" u="none" strike="noStrike" dirty="0" err="1">
                          <a:solidFill>
                            <a:srgbClr val="000000"/>
                          </a:solidFill>
                          <a:effectLst/>
                          <a:latin typeface="Arial" panose="020B0604020202020204" pitchFamily="34" charset="0"/>
                        </a:rPr>
                        <a:t>Heuristic</a:t>
                      </a:r>
                      <a:r>
                        <a:rPr lang="es-MX" sz="2000" b="0" i="0" u="none" strike="noStrike" dirty="0">
                          <a:solidFill>
                            <a:srgbClr val="000000"/>
                          </a:solidFill>
                          <a:effectLst/>
                          <a:latin typeface="Arial" panose="020B0604020202020204" pitchFamily="34" charset="0"/>
                        </a:rPr>
                        <a:t>: Trial-and-error </a:t>
                      </a:r>
                      <a:r>
                        <a:rPr lang="es-MX" sz="2000" b="0" i="0" u="none" strike="noStrike" dirty="0" err="1">
                          <a:solidFill>
                            <a:srgbClr val="000000"/>
                          </a:solidFill>
                          <a:effectLst/>
                          <a:latin typeface="Arial" panose="020B0604020202020204" pitchFamily="34" charset="0"/>
                        </a:rPr>
                        <a:t>parameter</a:t>
                      </a:r>
                      <a:r>
                        <a:rPr lang="es-MX" sz="2000" b="0" i="0" u="none" strike="noStrike" dirty="0">
                          <a:solidFill>
                            <a:srgbClr val="000000"/>
                          </a:solidFill>
                          <a:effectLst/>
                          <a:latin typeface="Arial" panose="020B0604020202020204" pitchFamily="34" charset="0"/>
                        </a:rPr>
                        <a:t> </a:t>
                      </a:r>
                      <a:r>
                        <a:rPr lang="es-MX" sz="2000" b="0" i="0" u="none" strike="noStrike" dirty="0" err="1">
                          <a:solidFill>
                            <a:srgbClr val="000000"/>
                          </a:solidFill>
                          <a:effectLst/>
                          <a:latin typeface="Arial" panose="020B0604020202020204" pitchFamily="34" charset="0"/>
                        </a:rPr>
                        <a:t>tuning</a:t>
                      </a:r>
                      <a:r>
                        <a:rPr lang="es-MX" sz="2000" b="0" i="0" u="none" strike="noStrike" dirty="0">
                          <a:solidFill>
                            <a:srgbClr val="000000"/>
                          </a:solidFill>
                          <a:effectLst/>
                          <a:latin typeface="Arial" panose="020B0604020202020204" pitchFamily="34" charset="0"/>
                        </a:rPr>
                        <a:t>.</a:t>
                      </a:r>
                    </a:p>
                  </a:txBody>
                  <a:tcPr marL="5074" marR="5074" marT="5074"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extLst>
                  <a:ext uri="{0D108BD9-81ED-4DB2-BD59-A6C34878D82A}">
                    <a16:rowId xmlns:a16="http://schemas.microsoft.com/office/drawing/2014/main" val="567482374"/>
                  </a:ext>
                </a:extLst>
              </a:tr>
            </a:tbl>
          </a:graphicData>
        </a:graphic>
      </p:graphicFrame>
    </p:spTree>
    <p:extLst>
      <p:ext uri="{BB962C8B-B14F-4D97-AF65-F5344CB8AC3E}">
        <p14:creationId xmlns:p14="http://schemas.microsoft.com/office/powerpoint/2010/main" val="7466549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261C2-0F13-2E61-8BA7-159750E1AE59}"/>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05D6E315-4497-E096-EB99-33A132B6E188}"/>
              </a:ext>
            </a:extLst>
          </p:cNvPr>
          <p:cNvSpPr>
            <a:spLocks noGrp="1"/>
          </p:cNvSpPr>
          <p:nvPr>
            <p:ph type="sldNum" sz="quarter" idx="8"/>
          </p:nvPr>
        </p:nvSpPr>
        <p:spPr/>
        <p:txBody>
          <a:bodyPr/>
          <a:lstStyle/>
          <a:p>
            <a:pPr lvl="0"/>
            <a:fld id="{A20C4BF6-2150-487F-8C1E-23E793CAFD15}" type="slidenum">
              <a:rPr lang="es-MX" smtClean="0">
                <a:solidFill>
                  <a:schemeClr val="tx1"/>
                </a:solidFill>
              </a:rPr>
              <a:t>25</a:t>
            </a:fld>
            <a:endParaRPr lang="es-MX" dirty="0">
              <a:solidFill>
                <a:schemeClr val="tx1"/>
              </a:solidFill>
            </a:endParaRPr>
          </a:p>
        </p:txBody>
      </p:sp>
      <p:sp>
        <p:nvSpPr>
          <p:cNvPr id="48" name="Rectángulo 47">
            <a:extLst>
              <a:ext uri="{FF2B5EF4-FFF2-40B4-BE49-F238E27FC236}">
                <a16:creationId xmlns:a16="http://schemas.microsoft.com/office/drawing/2014/main" id="{75E94A11-E1F8-59BE-E307-C30071A8EAE9}"/>
              </a:ext>
            </a:extLst>
          </p:cNvPr>
          <p:cNvSpPr/>
          <p:nvPr/>
        </p:nvSpPr>
        <p:spPr>
          <a:xfrm>
            <a:off x="6093673" y="2052165"/>
            <a:ext cx="1863701" cy="87949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Título 1">
            <a:extLst>
              <a:ext uri="{FF2B5EF4-FFF2-40B4-BE49-F238E27FC236}">
                <a16:creationId xmlns:a16="http://schemas.microsoft.com/office/drawing/2014/main" id="{D5479CF1-D51A-A859-ED8A-9F7195F00EE0}"/>
              </a:ext>
            </a:extLst>
          </p:cNvPr>
          <p:cNvSpPr txBox="1">
            <a:spLocks/>
          </p:cNvSpPr>
          <p:nvPr/>
        </p:nvSpPr>
        <p:spPr>
          <a:xfrm>
            <a:off x="457199" y="-258726"/>
            <a:ext cx="8229600" cy="1143000"/>
          </a:xfrm>
          <a:prstGeom prst="rect">
            <a:avLst/>
          </a:prstGeom>
          <a:noFill/>
          <a:ln>
            <a:noFill/>
          </a:ln>
        </p:spPr>
        <p:txBody>
          <a:bodyPr vert="horz" wrap="square" lIns="91440" tIns="45720" rIns="91440" bIns="45720" anchor="ctr" anchorCtr="1" compatLnSpc="1">
            <a:normAutofit fontScale="97500"/>
          </a:bodyPr>
          <a:lstStyle>
            <a:lvl1pPr marL="0" marR="0" lvl="0" indent="0" algn="ctr" defTabSz="457200" rtl="0" fontAlgn="auto" hangingPunct="1">
              <a:lnSpc>
                <a:spcPct val="100000"/>
              </a:lnSpc>
              <a:spcBef>
                <a:spcPts val="0"/>
              </a:spcBef>
              <a:spcAft>
                <a:spcPts val="0"/>
              </a:spcAft>
              <a:buNone/>
              <a:tabLst/>
              <a:defRPr lang="es-ES" sz="4400" b="0" i="0" u="none" strike="noStrike" kern="1200" cap="none" spc="0" baseline="0">
                <a:solidFill>
                  <a:srgbClr val="000000"/>
                </a:solidFill>
                <a:uFillTx/>
                <a:latin typeface="Calibri"/>
              </a:defRPr>
            </a:lvl1pPr>
          </a:lstStyle>
          <a:p>
            <a:r>
              <a:rPr lang="es-MX" sz="3600" b="1" dirty="0" err="1">
                <a:latin typeface="Times New Roman" panose="02020603050405020304" pitchFamily="18" charset="0"/>
                <a:cs typeface="Times New Roman" panose="02020603050405020304" pitchFamily="18" charset="0"/>
              </a:rPr>
              <a:t>State</a:t>
            </a:r>
            <a:r>
              <a:rPr lang="es-MX" sz="3600" b="1" dirty="0">
                <a:latin typeface="Times New Roman" panose="02020603050405020304" pitchFamily="18" charset="0"/>
                <a:cs typeface="Times New Roman" panose="02020603050405020304" pitchFamily="18" charset="0"/>
              </a:rPr>
              <a:t> </a:t>
            </a:r>
            <a:r>
              <a:rPr lang="es-MX" sz="3600" b="1" dirty="0" err="1">
                <a:latin typeface="Times New Roman" panose="02020603050405020304" pitchFamily="18" charset="0"/>
                <a:cs typeface="Times New Roman" panose="02020603050405020304" pitchFamily="18" charset="0"/>
              </a:rPr>
              <a:t>of</a:t>
            </a:r>
            <a:r>
              <a:rPr lang="es-MX" sz="3600" b="1" dirty="0">
                <a:latin typeface="Times New Roman" panose="02020603050405020304" pitchFamily="18" charset="0"/>
                <a:cs typeface="Times New Roman" panose="02020603050405020304" pitchFamily="18" charset="0"/>
              </a:rPr>
              <a:t> </a:t>
            </a:r>
            <a:r>
              <a:rPr lang="es-MX" sz="3600" b="1" dirty="0" err="1">
                <a:latin typeface="Times New Roman" panose="02020603050405020304" pitchFamily="18" charset="0"/>
                <a:cs typeface="Times New Roman" panose="02020603050405020304" pitchFamily="18" charset="0"/>
              </a:rPr>
              <a:t>the</a:t>
            </a:r>
            <a:r>
              <a:rPr lang="es-MX" sz="3600" b="1" dirty="0">
                <a:latin typeface="Times New Roman" panose="02020603050405020304" pitchFamily="18" charset="0"/>
                <a:cs typeface="Times New Roman" panose="02020603050405020304" pitchFamily="18" charset="0"/>
              </a:rPr>
              <a:t> art </a:t>
            </a:r>
            <a:r>
              <a:rPr lang="es-MX" sz="3600" b="1" dirty="0" err="1">
                <a:latin typeface="Times New Roman" panose="02020603050405020304" pitchFamily="18" charset="0"/>
                <a:cs typeface="Times New Roman" panose="02020603050405020304" pitchFamily="18" charset="0"/>
              </a:rPr>
              <a:t>for</a:t>
            </a:r>
            <a:r>
              <a:rPr lang="es-MX" sz="3600" b="1" dirty="0">
                <a:latin typeface="Times New Roman" panose="02020603050405020304" pitchFamily="18" charset="0"/>
                <a:cs typeface="Times New Roman" panose="02020603050405020304" pitchFamily="18" charset="0"/>
              </a:rPr>
              <a:t> Dimensional </a:t>
            </a:r>
            <a:r>
              <a:rPr lang="es-MX" sz="3600" b="1" dirty="0" err="1">
                <a:latin typeface="Times New Roman" panose="02020603050405020304" pitchFamily="18" charset="0"/>
                <a:cs typeface="Times New Roman" panose="02020603050405020304" pitchFamily="18" charset="0"/>
              </a:rPr>
              <a:t>Reduction</a:t>
            </a:r>
            <a:endParaRPr lang="es-MX" sz="3600" b="1" dirty="0">
              <a:latin typeface="Times New Roman" panose="02020603050405020304" pitchFamily="18" charset="0"/>
              <a:cs typeface="Times New Roman" panose="02020603050405020304" pitchFamily="18" charset="0"/>
            </a:endParaRPr>
          </a:p>
        </p:txBody>
      </p:sp>
      <p:graphicFrame>
        <p:nvGraphicFramePr>
          <p:cNvPr id="5" name="Tabla 4">
            <a:extLst>
              <a:ext uri="{FF2B5EF4-FFF2-40B4-BE49-F238E27FC236}">
                <a16:creationId xmlns:a16="http://schemas.microsoft.com/office/drawing/2014/main" id="{AE78695B-4227-1CA0-DB46-70A11EC6E0BC}"/>
              </a:ext>
            </a:extLst>
          </p:cNvPr>
          <p:cNvGraphicFramePr>
            <a:graphicFrameLocks noGrp="1"/>
          </p:cNvGraphicFramePr>
          <p:nvPr>
            <p:extLst>
              <p:ext uri="{D42A27DB-BD31-4B8C-83A1-F6EECF244321}">
                <p14:modId xmlns:p14="http://schemas.microsoft.com/office/powerpoint/2010/main" val="2265273802"/>
              </p:ext>
            </p:extLst>
          </p:nvPr>
        </p:nvGraphicFramePr>
        <p:xfrm>
          <a:off x="333632" y="866965"/>
          <a:ext cx="8575591" cy="5140936"/>
        </p:xfrm>
        <a:graphic>
          <a:graphicData uri="http://schemas.openxmlformats.org/drawingml/2006/table">
            <a:tbl>
              <a:tblPr/>
              <a:tblGrid>
                <a:gridCol w="2040800">
                  <a:extLst>
                    <a:ext uri="{9D8B030D-6E8A-4147-A177-3AD203B41FA5}">
                      <a16:colId xmlns:a16="http://schemas.microsoft.com/office/drawing/2014/main" val="1742587319"/>
                    </a:ext>
                  </a:extLst>
                </a:gridCol>
                <a:gridCol w="1078558">
                  <a:extLst>
                    <a:ext uri="{9D8B030D-6E8A-4147-A177-3AD203B41FA5}">
                      <a16:colId xmlns:a16="http://schemas.microsoft.com/office/drawing/2014/main" val="641432385"/>
                    </a:ext>
                  </a:extLst>
                </a:gridCol>
                <a:gridCol w="1734151">
                  <a:extLst>
                    <a:ext uri="{9D8B030D-6E8A-4147-A177-3AD203B41FA5}">
                      <a16:colId xmlns:a16="http://schemas.microsoft.com/office/drawing/2014/main" val="3757490282"/>
                    </a:ext>
                  </a:extLst>
                </a:gridCol>
                <a:gridCol w="1554392">
                  <a:extLst>
                    <a:ext uri="{9D8B030D-6E8A-4147-A177-3AD203B41FA5}">
                      <a16:colId xmlns:a16="http://schemas.microsoft.com/office/drawing/2014/main" val="4025649856"/>
                    </a:ext>
                  </a:extLst>
                </a:gridCol>
                <a:gridCol w="2167690">
                  <a:extLst>
                    <a:ext uri="{9D8B030D-6E8A-4147-A177-3AD203B41FA5}">
                      <a16:colId xmlns:a16="http://schemas.microsoft.com/office/drawing/2014/main" val="1213260665"/>
                    </a:ext>
                  </a:extLst>
                </a:gridCol>
              </a:tblGrid>
              <a:tr h="615444">
                <a:tc>
                  <a:txBody>
                    <a:bodyPr/>
                    <a:lstStyle/>
                    <a:p>
                      <a:pPr algn="ctr" rtl="0" fontAlgn="ctr">
                        <a:buNone/>
                      </a:pPr>
                      <a:r>
                        <a:rPr lang="es-MX" sz="2400" b="1" i="0" u="none" strike="noStrike">
                          <a:solidFill>
                            <a:srgbClr val="FFFFFF"/>
                          </a:solidFill>
                          <a:effectLst/>
                          <a:latin typeface="Calibri" panose="020F0502020204030204" pitchFamily="34" charset="0"/>
                        </a:rPr>
                        <a:t>Year</a:t>
                      </a:r>
                    </a:p>
                  </a:txBody>
                  <a:tcPr marL="5074" marR="5074" marT="5074"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C"/>
                    </a:solidFill>
                  </a:tcPr>
                </a:tc>
                <a:tc>
                  <a:txBody>
                    <a:bodyPr/>
                    <a:lstStyle/>
                    <a:p>
                      <a:pPr algn="ctr" rtl="0" fontAlgn="ctr">
                        <a:buNone/>
                      </a:pPr>
                      <a:r>
                        <a:rPr lang="es-MX" sz="2400" b="1" i="0" u="none" strike="noStrike">
                          <a:solidFill>
                            <a:srgbClr val="FFFFFF"/>
                          </a:solidFill>
                          <a:effectLst/>
                          <a:latin typeface="Calibri" panose="020F0502020204030204" pitchFamily="34" charset="0"/>
                        </a:rPr>
                        <a:t>Authors</a:t>
                      </a:r>
                    </a:p>
                  </a:txBody>
                  <a:tcPr marL="5074" marR="5074" marT="5074"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C"/>
                    </a:solidFill>
                  </a:tcPr>
                </a:tc>
                <a:tc>
                  <a:txBody>
                    <a:bodyPr/>
                    <a:lstStyle/>
                    <a:p>
                      <a:pPr algn="ctr" rtl="0" fontAlgn="ctr">
                        <a:buNone/>
                      </a:pPr>
                      <a:r>
                        <a:rPr lang="es-MX" sz="2400" b="1" i="0" u="none" strike="noStrike">
                          <a:solidFill>
                            <a:srgbClr val="FFFFFF"/>
                          </a:solidFill>
                          <a:effectLst/>
                          <a:latin typeface="Calibri" panose="020F0502020204030204" pitchFamily="34" charset="0"/>
                        </a:rPr>
                        <a:t>Method</a:t>
                      </a:r>
                    </a:p>
                  </a:txBody>
                  <a:tcPr marL="5074" marR="5074" marT="5074"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C"/>
                    </a:solidFill>
                  </a:tcPr>
                </a:tc>
                <a:tc>
                  <a:txBody>
                    <a:bodyPr/>
                    <a:lstStyle/>
                    <a:p>
                      <a:pPr algn="ctr" rtl="0" fontAlgn="ctr">
                        <a:buNone/>
                      </a:pPr>
                      <a:r>
                        <a:rPr lang="es-MX" sz="2400" b="1" i="0" u="none" strike="noStrike">
                          <a:solidFill>
                            <a:srgbClr val="FFFFFF"/>
                          </a:solidFill>
                          <a:effectLst/>
                          <a:latin typeface="Calibri" panose="020F0502020204030204" pitchFamily="34" charset="0"/>
                        </a:rPr>
                        <a:t>Focus / Solves</a:t>
                      </a:r>
                    </a:p>
                  </a:txBody>
                  <a:tcPr marL="5074" marR="5074" marT="5074"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C"/>
                    </a:solidFill>
                  </a:tcPr>
                </a:tc>
                <a:tc>
                  <a:txBody>
                    <a:bodyPr/>
                    <a:lstStyle/>
                    <a:p>
                      <a:pPr algn="ctr" rtl="0" fontAlgn="ctr">
                        <a:buNone/>
                      </a:pPr>
                      <a:r>
                        <a:rPr lang="es-MX" sz="2400" b="1" i="0" u="none" strike="noStrike">
                          <a:solidFill>
                            <a:srgbClr val="FFFFFF"/>
                          </a:solidFill>
                          <a:effectLst/>
                          <a:latin typeface="Calibri" panose="020F0502020204030204" pitchFamily="34" charset="0"/>
                        </a:rPr>
                        <a:t>Limitation</a:t>
                      </a:r>
                    </a:p>
                  </a:txBody>
                  <a:tcPr marL="5074" marR="5074" marT="5074"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F81BC"/>
                    </a:solidFill>
                  </a:tcPr>
                </a:tc>
                <a:extLst>
                  <a:ext uri="{0D108BD9-81ED-4DB2-BD59-A6C34878D82A}">
                    <a16:rowId xmlns:a16="http://schemas.microsoft.com/office/drawing/2014/main" val="3797705851"/>
                  </a:ext>
                </a:extLst>
              </a:tr>
              <a:tr h="589568">
                <a:tc>
                  <a:txBody>
                    <a:bodyPr/>
                    <a:lstStyle/>
                    <a:p>
                      <a:pPr algn="ctr" fontAlgn="t">
                        <a:buNone/>
                      </a:pPr>
                      <a:r>
                        <a:rPr lang="es-MX" sz="2000" b="0" i="0" u="none" strike="noStrike">
                          <a:solidFill>
                            <a:srgbClr val="000000"/>
                          </a:solidFill>
                          <a:effectLst/>
                          <a:latin typeface="Arial" panose="020B0604020202020204" pitchFamily="34" charset="0"/>
                        </a:rPr>
                        <a:t>2025</a:t>
                      </a:r>
                    </a:p>
                  </a:txBody>
                  <a:tcPr marL="5074" marR="5074" marT="5074"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fontAlgn="t">
                        <a:buNone/>
                      </a:pPr>
                      <a:r>
                        <a:rPr lang="es-MX" sz="2000" b="0" i="0" u="none" strike="noStrike" dirty="0" err="1">
                          <a:solidFill>
                            <a:srgbClr val="000000"/>
                          </a:solidFill>
                          <a:effectLst/>
                          <a:latin typeface="Arial" panose="020B0604020202020204" pitchFamily="34" charset="0"/>
                        </a:rPr>
                        <a:t>Sudibyo</a:t>
                      </a:r>
                      <a:r>
                        <a:rPr lang="es-MX" sz="2000" b="0" i="0" u="none" strike="noStrike" dirty="0">
                          <a:solidFill>
                            <a:srgbClr val="000000"/>
                          </a:solidFill>
                          <a:effectLst/>
                          <a:latin typeface="Arial" panose="020B0604020202020204" pitchFamily="34" charset="0"/>
                        </a:rPr>
                        <a:t> et al.</a:t>
                      </a:r>
                    </a:p>
                  </a:txBody>
                  <a:tcPr marL="5074" marR="5074" marT="5074"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fontAlgn="t">
                        <a:buNone/>
                      </a:pPr>
                      <a:r>
                        <a:rPr lang="es-MX" sz="2000" b="0" i="0" u="none" strike="noStrike">
                          <a:solidFill>
                            <a:srgbClr val="000000"/>
                          </a:solidFill>
                          <a:effectLst/>
                          <a:latin typeface="Arial" panose="020B0604020202020204" pitchFamily="34" charset="0"/>
                        </a:rPr>
                        <a:t>DRCT</a:t>
                      </a:r>
                    </a:p>
                  </a:txBody>
                  <a:tcPr marL="5074" marR="5074" marT="5074"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fontAlgn="t">
                        <a:buNone/>
                      </a:pPr>
                      <a:r>
                        <a:rPr lang="es-MX" sz="2000" b="0" i="0" u="none" strike="noStrike" dirty="0" err="1">
                          <a:solidFill>
                            <a:srgbClr val="000000"/>
                          </a:solidFill>
                          <a:effectLst/>
                          <a:latin typeface="Arial" panose="020B0604020202020204" pitchFamily="34" charset="0"/>
                        </a:rPr>
                        <a:t>Ultra-high</a:t>
                      </a:r>
                      <a:r>
                        <a:rPr lang="es-MX" sz="2000" b="0" i="0" u="none" strike="noStrike" dirty="0">
                          <a:solidFill>
                            <a:srgbClr val="000000"/>
                          </a:solidFill>
                          <a:effectLst/>
                          <a:latin typeface="Arial" panose="020B0604020202020204" pitchFamily="34" charset="0"/>
                        </a:rPr>
                        <a:t> dimensional </a:t>
                      </a:r>
                      <a:r>
                        <a:rPr lang="es-MX" sz="2000" b="0" i="0" u="none" strike="noStrike" dirty="0" err="1">
                          <a:solidFill>
                            <a:srgbClr val="000000"/>
                          </a:solidFill>
                          <a:effectLst/>
                          <a:latin typeface="Arial" panose="020B0604020202020204" pitchFamily="34" charset="0"/>
                        </a:rPr>
                        <a:t>reduction</a:t>
                      </a:r>
                      <a:r>
                        <a:rPr lang="es-MX" sz="2000" b="0" i="0" u="none" strike="noStrike" dirty="0">
                          <a:solidFill>
                            <a:srgbClr val="000000"/>
                          </a:solidFill>
                          <a:effectLst/>
                          <a:latin typeface="Arial" panose="020B0604020202020204" pitchFamily="34" charset="0"/>
                        </a:rPr>
                        <a:t>.</a:t>
                      </a:r>
                    </a:p>
                  </a:txBody>
                  <a:tcPr marL="5074" marR="5074" marT="5074"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fontAlgn="t">
                        <a:buNone/>
                      </a:pPr>
                      <a:r>
                        <a:rPr lang="en-US" sz="2400" b="0" i="0" u="none" strike="noStrike">
                          <a:solidFill>
                            <a:srgbClr val="000000"/>
                          </a:solidFill>
                          <a:effectLst/>
                          <a:latin typeface="Arial" panose="020B0604020202020204" pitchFamily="34" charset="0"/>
                        </a:rPr>
                        <a:t>High Cost: Heavy computational load.</a:t>
                      </a:r>
                    </a:p>
                  </a:txBody>
                  <a:tcPr marL="5074" marR="5074" marT="5074"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extLst>
                  <a:ext uri="{0D108BD9-81ED-4DB2-BD59-A6C34878D82A}">
                    <a16:rowId xmlns:a16="http://schemas.microsoft.com/office/drawing/2014/main" val="1984581803"/>
                  </a:ext>
                </a:extLst>
              </a:tr>
              <a:tr h="461710">
                <a:tc>
                  <a:txBody>
                    <a:bodyPr/>
                    <a:lstStyle/>
                    <a:p>
                      <a:pPr algn="ctr" fontAlgn="t">
                        <a:buNone/>
                      </a:pPr>
                      <a:r>
                        <a:rPr lang="es-MX" sz="2000" b="0" i="0" u="none" strike="noStrike">
                          <a:solidFill>
                            <a:srgbClr val="000000"/>
                          </a:solidFill>
                          <a:effectLst/>
                          <a:latin typeface="Arial" panose="020B0604020202020204" pitchFamily="34" charset="0"/>
                        </a:rPr>
                        <a:t>2024</a:t>
                      </a:r>
                    </a:p>
                  </a:txBody>
                  <a:tcPr marL="5074" marR="5074" marT="5074"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CF4"/>
                    </a:solidFill>
                  </a:tcPr>
                </a:tc>
                <a:tc>
                  <a:txBody>
                    <a:bodyPr/>
                    <a:lstStyle/>
                    <a:p>
                      <a:pPr algn="ctr" fontAlgn="t">
                        <a:buNone/>
                      </a:pPr>
                      <a:r>
                        <a:rPr lang="es-MX" sz="2000" b="0" i="0" u="none" strike="noStrike">
                          <a:solidFill>
                            <a:srgbClr val="000000"/>
                          </a:solidFill>
                          <a:effectLst/>
                          <a:latin typeface="Arial" panose="020B0604020202020204" pitchFamily="34" charset="0"/>
                        </a:rPr>
                        <a:t>Liu &amp; Guo</a:t>
                      </a:r>
                    </a:p>
                  </a:txBody>
                  <a:tcPr marL="5074" marR="5074" marT="5074"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CF4"/>
                    </a:solidFill>
                  </a:tcPr>
                </a:tc>
                <a:tc>
                  <a:txBody>
                    <a:bodyPr/>
                    <a:lstStyle/>
                    <a:p>
                      <a:pPr algn="ctr" fontAlgn="t">
                        <a:buNone/>
                      </a:pPr>
                      <a:r>
                        <a:rPr lang="es-MX" sz="2000" b="0" i="0" u="none" strike="noStrike">
                          <a:solidFill>
                            <a:srgbClr val="000000"/>
                          </a:solidFill>
                          <a:effectLst/>
                          <a:latin typeface="Arial" panose="020B0604020202020204" pitchFamily="34" charset="0"/>
                        </a:rPr>
                        <a:t>Weighted LDA</a:t>
                      </a:r>
                    </a:p>
                  </a:txBody>
                  <a:tcPr marL="5074" marR="5074" marT="5074"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CF4"/>
                    </a:solidFill>
                  </a:tcPr>
                </a:tc>
                <a:tc>
                  <a:txBody>
                    <a:bodyPr/>
                    <a:lstStyle/>
                    <a:p>
                      <a:pPr algn="ctr" fontAlgn="t">
                        <a:buNone/>
                      </a:pPr>
                      <a:r>
                        <a:rPr lang="es-MX" sz="2000" b="0" i="0" u="none" strike="noStrike" dirty="0" err="1">
                          <a:solidFill>
                            <a:srgbClr val="000000"/>
                          </a:solidFill>
                          <a:effectLst/>
                          <a:latin typeface="Arial" panose="020B0604020202020204" pitchFamily="34" charset="0"/>
                        </a:rPr>
                        <a:t>Imbalanced</a:t>
                      </a:r>
                      <a:r>
                        <a:rPr lang="es-MX" sz="2000" b="0" i="0" u="none" strike="noStrike" dirty="0">
                          <a:solidFill>
                            <a:srgbClr val="000000"/>
                          </a:solidFill>
                          <a:effectLst/>
                          <a:latin typeface="Arial" panose="020B0604020202020204" pitchFamily="34" charset="0"/>
                        </a:rPr>
                        <a:t> </a:t>
                      </a:r>
                      <a:r>
                        <a:rPr lang="es-MX" sz="2000" b="0" i="0" u="none" strike="noStrike" dirty="0" err="1">
                          <a:solidFill>
                            <a:srgbClr val="000000"/>
                          </a:solidFill>
                          <a:effectLst/>
                          <a:latin typeface="Arial" panose="020B0604020202020204" pitchFamily="34" charset="0"/>
                        </a:rPr>
                        <a:t>dataset</a:t>
                      </a:r>
                      <a:r>
                        <a:rPr lang="es-MX" sz="2000" b="0" i="0" u="none" strike="noStrike" dirty="0">
                          <a:solidFill>
                            <a:srgbClr val="000000"/>
                          </a:solidFill>
                          <a:effectLst/>
                          <a:latin typeface="Arial" panose="020B0604020202020204" pitchFamily="34" charset="0"/>
                        </a:rPr>
                        <a:t> </a:t>
                      </a:r>
                      <a:r>
                        <a:rPr lang="es-MX" sz="2000" b="0" i="0" u="none" strike="noStrike" dirty="0" err="1">
                          <a:solidFill>
                            <a:srgbClr val="000000"/>
                          </a:solidFill>
                          <a:effectLst/>
                          <a:latin typeface="Arial" panose="020B0604020202020204" pitchFamily="34" charset="0"/>
                        </a:rPr>
                        <a:t>feature</a:t>
                      </a:r>
                      <a:r>
                        <a:rPr lang="es-MX" sz="2000" b="0" i="0" u="none" strike="noStrike" dirty="0">
                          <a:solidFill>
                            <a:srgbClr val="000000"/>
                          </a:solidFill>
                          <a:effectLst/>
                          <a:latin typeface="Arial" panose="020B0604020202020204" pitchFamily="34" charset="0"/>
                        </a:rPr>
                        <a:t> </a:t>
                      </a:r>
                      <a:r>
                        <a:rPr lang="es-MX" sz="2000" b="0" i="0" u="none" strike="noStrike" dirty="0" err="1">
                          <a:solidFill>
                            <a:srgbClr val="000000"/>
                          </a:solidFill>
                          <a:effectLst/>
                          <a:latin typeface="Arial" panose="020B0604020202020204" pitchFamily="34" charset="0"/>
                        </a:rPr>
                        <a:t>extraction</a:t>
                      </a:r>
                      <a:r>
                        <a:rPr lang="es-MX" sz="2000" b="0" i="0" u="none" strike="noStrike" dirty="0">
                          <a:solidFill>
                            <a:srgbClr val="000000"/>
                          </a:solidFill>
                          <a:effectLst/>
                          <a:latin typeface="Arial" panose="020B0604020202020204" pitchFamily="34" charset="0"/>
                        </a:rPr>
                        <a:t>.</a:t>
                      </a:r>
                    </a:p>
                  </a:txBody>
                  <a:tcPr marL="5074" marR="5074" marT="5074"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CF4"/>
                    </a:solidFill>
                  </a:tcPr>
                </a:tc>
                <a:tc>
                  <a:txBody>
                    <a:bodyPr/>
                    <a:lstStyle/>
                    <a:p>
                      <a:pPr algn="ctr" fontAlgn="t">
                        <a:buNone/>
                      </a:pPr>
                      <a:r>
                        <a:rPr lang="en-US" sz="2400" b="0" i="0" u="none" strike="noStrike" dirty="0">
                          <a:solidFill>
                            <a:srgbClr val="000000"/>
                          </a:solidFill>
                          <a:effectLst/>
                          <a:latin typeface="Arial" panose="020B0604020202020204" pitchFamily="34" charset="0"/>
                        </a:rPr>
                        <a:t>Bias Risk: Overfits to minority classes.</a:t>
                      </a:r>
                    </a:p>
                  </a:txBody>
                  <a:tcPr marL="5074" marR="5074" marT="5074"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4"/>
                    </a:solidFill>
                  </a:tcPr>
                </a:tc>
                <a:extLst>
                  <a:ext uri="{0D108BD9-81ED-4DB2-BD59-A6C34878D82A}">
                    <a16:rowId xmlns:a16="http://schemas.microsoft.com/office/drawing/2014/main" val="352653913"/>
                  </a:ext>
                </a:extLst>
              </a:tr>
              <a:tr h="695102">
                <a:tc>
                  <a:txBody>
                    <a:bodyPr/>
                    <a:lstStyle/>
                    <a:p>
                      <a:pPr algn="ctr" fontAlgn="t">
                        <a:buNone/>
                      </a:pPr>
                      <a:r>
                        <a:rPr lang="es-MX" sz="2000" b="0" i="0" u="none" strike="noStrike">
                          <a:solidFill>
                            <a:srgbClr val="000000"/>
                          </a:solidFill>
                          <a:effectLst/>
                          <a:latin typeface="Arial" panose="020B0604020202020204" pitchFamily="34" charset="0"/>
                        </a:rPr>
                        <a:t>2024</a:t>
                      </a:r>
                    </a:p>
                  </a:txBody>
                  <a:tcPr marL="5074" marR="5074" marT="5074"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fontAlgn="t">
                        <a:buNone/>
                      </a:pPr>
                      <a:r>
                        <a:rPr lang="es-MX" sz="2000" b="0" i="0" u="none" strike="noStrike">
                          <a:solidFill>
                            <a:srgbClr val="000000"/>
                          </a:solidFill>
                          <a:effectLst/>
                          <a:latin typeface="Arial" panose="020B0604020202020204" pitchFamily="34" charset="0"/>
                        </a:rPr>
                        <a:t>Li et al.</a:t>
                      </a:r>
                    </a:p>
                  </a:txBody>
                  <a:tcPr marL="5074" marR="5074" marT="5074"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fontAlgn="t">
                        <a:buNone/>
                      </a:pPr>
                      <a:r>
                        <a:rPr lang="es-MX" sz="2000" b="0" i="0" u="none" strike="noStrike">
                          <a:solidFill>
                            <a:srgbClr val="000000"/>
                          </a:solidFill>
                          <a:effectLst/>
                          <a:latin typeface="Arial" panose="020B0604020202020204" pitchFamily="34" charset="0"/>
                        </a:rPr>
                        <a:t>Structure Projection</a:t>
                      </a:r>
                    </a:p>
                  </a:txBody>
                  <a:tcPr marL="5074" marR="5074" marT="5074"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fontAlgn="t">
                        <a:buNone/>
                      </a:pPr>
                      <a:r>
                        <a:rPr lang="en-US" sz="2000" b="0" i="0" u="none" strike="noStrike" dirty="0">
                          <a:solidFill>
                            <a:srgbClr val="000000"/>
                          </a:solidFill>
                          <a:effectLst/>
                          <a:latin typeface="Arial" panose="020B0604020202020204" pitchFamily="34" charset="0"/>
                        </a:rPr>
                        <a:t>Global/local image feature learning.</a:t>
                      </a:r>
                    </a:p>
                  </a:txBody>
                  <a:tcPr marL="5074" marR="5074" marT="5074"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fontAlgn="t">
                        <a:buNone/>
                      </a:pPr>
                      <a:r>
                        <a:rPr lang="es-MX" sz="2400" b="0" i="0" u="none" strike="noStrike" dirty="0" err="1">
                          <a:solidFill>
                            <a:srgbClr val="000000"/>
                          </a:solidFill>
                          <a:effectLst/>
                          <a:latin typeface="Arial" panose="020B0604020202020204" pitchFamily="34" charset="0"/>
                        </a:rPr>
                        <a:t>Lacks</a:t>
                      </a:r>
                      <a:r>
                        <a:rPr lang="es-MX" sz="2400" b="0" i="0" u="none" strike="noStrike" dirty="0">
                          <a:solidFill>
                            <a:srgbClr val="000000"/>
                          </a:solidFill>
                          <a:effectLst/>
                          <a:latin typeface="Arial" panose="020B0604020202020204" pitchFamily="34" charset="0"/>
                        </a:rPr>
                        <a:t> </a:t>
                      </a:r>
                      <a:r>
                        <a:rPr lang="es-MX" sz="2400" b="0" i="0" u="none" strike="noStrike" dirty="0" err="1">
                          <a:solidFill>
                            <a:srgbClr val="000000"/>
                          </a:solidFill>
                          <a:effectLst/>
                          <a:latin typeface="Arial" panose="020B0604020202020204" pitchFamily="34" charset="0"/>
                        </a:rPr>
                        <a:t>Parsimony</a:t>
                      </a:r>
                      <a:r>
                        <a:rPr lang="es-MX" sz="2400" b="0" i="0" u="none" strike="noStrike" dirty="0">
                          <a:solidFill>
                            <a:srgbClr val="000000"/>
                          </a:solidFill>
                          <a:effectLst/>
                          <a:latin typeface="Arial" panose="020B0604020202020204" pitchFamily="34" charset="0"/>
                        </a:rPr>
                        <a:t>: Ignores </a:t>
                      </a:r>
                      <a:r>
                        <a:rPr lang="es-MX" sz="2400" b="0" i="0" u="none" strike="noStrike" dirty="0" err="1">
                          <a:solidFill>
                            <a:srgbClr val="000000"/>
                          </a:solidFill>
                          <a:effectLst/>
                          <a:latin typeface="Arial" panose="020B0604020202020204" pitchFamily="34" charset="0"/>
                        </a:rPr>
                        <a:t>minimal</a:t>
                      </a:r>
                      <a:r>
                        <a:rPr lang="es-MX" sz="2400" b="0" i="0" u="none" strike="noStrike" dirty="0">
                          <a:solidFill>
                            <a:srgbClr val="000000"/>
                          </a:solidFill>
                          <a:effectLst/>
                          <a:latin typeface="Arial" panose="020B0604020202020204" pitchFamily="34" charset="0"/>
                        </a:rPr>
                        <a:t> </a:t>
                      </a:r>
                      <a:r>
                        <a:rPr lang="es-MX" sz="2400" b="0" i="0" u="none" strike="noStrike" dirty="0" err="1">
                          <a:solidFill>
                            <a:srgbClr val="000000"/>
                          </a:solidFill>
                          <a:effectLst/>
                          <a:latin typeface="Arial" panose="020B0604020202020204" pitchFamily="34" charset="0"/>
                        </a:rPr>
                        <a:t>subsets</a:t>
                      </a:r>
                      <a:r>
                        <a:rPr lang="es-MX" sz="2400" b="0" i="0" u="none" strike="noStrike" dirty="0">
                          <a:solidFill>
                            <a:srgbClr val="000000"/>
                          </a:solidFill>
                          <a:effectLst/>
                          <a:latin typeface="Arial" panose="020B0604020202020204" pitchFamily="34" charset="0"/>
                        </a:rPr>
                        <a:t>.</a:t>
                      </a:r>
                    </a:p>
                  </a:txBody>
                  <a:tcPr marL="5074" marR="5074" marT="5074"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extLst>
                  <a:ext uri="{0D108BD9-81ED-4DB2-BD59-A6C34878D82A}">
                    <a16:rowId xmlns:a16="http://schemas.microsoft.com/office/drawing/2014/main" val="2199877670"/>
                  </a:ext>
                </a:extLst>
              </a:tr>
            </a:tbl>
          </a:graphicData>
        </a:graphic>
      </p:graphicFrame>
    </p:spTree>
    <p:extLst>
      <p:ext uri="{BB962C8B-B14F-4D97-AF65-F5344CB8AC3E}">
        <p14:creationId xmlns:p14="http://schemas.microsoft.com/office/powerpoint/2010/main" val="16779933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DED19C-4112-5886-D5E7-40D0EEDC3879}"/>
              </a:ext>
            </a:extLst>
          </p:cNvPr>
          <p:cNvSpPr>
            <a:spLocks noGrp="1"/>
          </p:cNvSpPr>
          <p:nvPr>
            <p:ph type="title"/>
          </p:nvPr>
        </p:nvSpPr>
        <p:spPr/>
        <p:txBody>
          <a:bodyPr/>
          <a:lstStyle/>
          <a:p>
            <a:r>
              <a:rPr lang="es-MX" dirty="0"/>
              <a:t>Variable </a:t>
            </a:r>
            <a:r>
              <a:rPr lang="es-MX" dirty="0" err="1"/>
              <a:t>reduction</a:t>
            </a:r>
            <a:endParaRPr lang="es-MX" dirty="0"/>
          </a:p>
        </p:txBody>
      </p:sp>
      <p:graphicFrame>
        <p:nvGraphicFramePr>
          <p:cNvPr id="6" name="Marcador de contenido 5">
            <a:extLst>
              <a:ext uri="{FF2B5EF4-FFF2-40B4-BE49-F238E27FC236}">
                <a16:creationId xmlns:a16="http://schemas.microsoft.com/office/drawing/2014/main" id="{0F962079-A1A0-C52F-4FBE-04B3AB43EF00}"/>
              </a:ext>
            </a:extLst>
          </p:cNvPr>
          <p:cNvGraphicFramePr>
            <a:graphicFrameLocks noGrp="1"/>
          </p:cNvGraphicFramePr>
          <p:nvPr>
            <p:ph idx="1"/>
            <p:extLst>
              <p:ext uri="{D42A27DB-BD31-4B8C-83A1-F6EECF244321}">
                <p14:modId xmlns:p14="http://schemas.microsoft.com/office/powerpoint/2010/main" val="76310421"/>
              </p:ext>
            </p:extLst>
          </p:nvPr>
        </p:nvGraphicFramePr>
        <p:xfrm>
          <a:off x="1567868" y="2004549"/>
          <a:ext cx="5600747" cy="2367271"/>
        </p:xfrm>
        <a:graphic>
          <a:graphicData uri="http://schemas.openxmlformats.org/drawingml/2006/table">
            <a:tbl>
              <a:tblPr/>
              <a:tblGrid>
                <a:gridCol w="1961145">
                  <a:extLst>
                    <a:ext uri="{9D8B030D-6E8A-4147-A177-3AD203B41FA5}">
                      <a16:colId xmlns:a16="http://schemas.microsoft.com/office/drawing/2014/main" val="4078608435"/>
                    </a:ext>
                  </a:extLst>
                </a:gridCol>
                <a:gridCol w="1819801">
                  <a:extLst>
                    <a:ext uri="{9D8B030D-6E8A-4147-A177-3AD203B41FA5}">
                      <a16:colId xmlns:a16="http://schemas.microsoft.com/office/drawing/2014/main" val="1104496990"/>
                    </a:ext>
                  </a:extLst>
                </a:gridCol>
                <a:gridCol w="1819801">
                  <a:extLst>
                    <a:ext uri="{9D8B030D-6E8A-4147-A177-3AD203B41FA5}">
                      <a16:colId xmlns:a16="http://schemas.microsoft.com/office/drawing/2014/main" val="3790155335"/>
                    </a:ext>
                  </a:extLst>
                </a:gridCol>
              </a:tblGrid>
              <a:tr h="656815">
                <a:tc>
                  <a:txBody>
                    <a:bodyPr/>
                    <a:lstStyle/>
                    <a:p>
                      <a:pPr algn="ctr" rtl="0" fontAlgn="ctr">
                        <a:buNone/>
                      </a:pPr>
                      <a:r>
                        <a:rPr lang="es-MX" sz="2800" b="1" i="0" u="none" strike="noStrike" dirty="0" err="1">
                          <a:solidFill>
                            <a:srgbClr val="FFFFFF"/>
                          </a:solidFill>
                          <a:effectLst/>
                          <a:latin typeface="Calibri" panose="020F0502020204030204" pitchFamily="34" charset="0"/>
                        </a:rPr>
                        <a:t>Dataset</a:t>
                      </a:r>
                      <a:endParaRPr lang="es-MX" sz="2800" b="1" i="0" u="none" strike="noStrike" dirty="0">
                        <a:solidFill>
                          <a:srgbClr val="FFFFFF"/>
                        </a:solidFill>
                        <a:effectLst/>
                        <a:latin typeface="Calibri" panose="020F050202020403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C"/>
                    </a:solidFill>
                  </a:tcPr>
                </a:tc>
                <a:tc>
                  <a:txBody>
                    <a:bodyPr/>
                    <a:lstStyle/>
                    <a:p>
                      <a:pPr algn="ctr" rtl="0" fontAlgn="ctr">
                        <a:buNone/>
                      </a:pPr>
                      <a:r>
                        <a:rPr lang="es-MX" sz="2800" b="1" i="0" u="none" strike="noStrike">
                          <a:solidFill>
                            <a:srgbClr val="FFFFFF"/>
                          </a:solidFill>
                          <a:effectLst/>
                          <a:latin typeface="Calibri" panose="020F0502020204030204" pitchFamily="34" charset="0"/>
                        </a:rPr>
                        <a:t>Vars E1 (%)</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C"/>
                    </a:solidFill>
                  </a:tcPr>
                </a:tc>
                <a:tc>
                  <a:txBody>
                    <a:bodyPr/>
                    <a:lstStyle/>
                    <a:p>
                      <a:pPr algn="ctr" rtl="0" fontAlgn="ctr">
                        <a:buNone/>
                      </a:pPr>
                      <a:r>
                        <a:rPr lang="es-MX" sz="2800" b="1" i="0" u="none" strike="noStrike">
                          <a:solidFill>
                            <a:srgbClr val="FFFFFF"/>
                          </a:solidFill>
                          <a:effectLst/>
                          <a:latin typeface="Calibri" panose="020F0502020204030204" pitchFamily="34" charset="0"/>
                        </a:rPr>
                        <a:t>Vars E2 (%)</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C"/>
                    </a:solidFill>
                  </a:tcPr>
                </a:tc>
                <a:extLst>
                  <a:ext uri="{0D108BD9-81ED-4DB2-BD59-A6C34878D82A}">
                    <a16:rowId xmlns:a16="http://schemas.microsoft.com/office/drawing/2014/main" val="785690139"/>
                  </a:ext>
                </a:extLst>
              </a:tr>
              <a:tr h="574713">
                <a:tc>
                  <a:txBody>
                    <a:bodyPr/>
                    <a:lstStyle/>
                    <a:p>
                      <a:pPr algn="ctr" rtl="0" fontAlgn="t">
                        <a:buNone/>
                      </a:pPr>
                      <a:r>
                        <a:rPr lang="es-MX" sz="2400" b="0" i="0" u="none" strike="noStrike">
                          <a:solidFill>
                            <a:srgbClr val="000000"/>
                          </a:solidFill>
                          <a:effectLst/>
                          <a:latin typeface="Arial" panose="020B0604020202020204" pitchFamily="34" charset="0"/>
                        </a:rPr>
                        <a:t>penguins</a:t>
                      </a: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0D7E8"/>
                    </a:solidFill>
                  </a:tcPr>
                </a:tc>
                <a:tc>
                  <a:txBody>
                    <a:bodyPr/>
                    <a:lstStyle/>
                    <a:p>
                      <a:pPr algn="ctr" rtl="0" fontAlgn="t">
                        <a:buNone/>
                      </a:pPr>
                      <a:r>
                        <a:rPr lang="es-MX" sz="2400" b="0" i="0" u="none" strike="noStrike" dirty="0">
                          <a:solidFill>
                            <a:srgbClr val="000000"/>
                          </a:solidFill>
                          <a:effectLst/>
                          <a:latin typeface="Arial" panose="020B0604020202020204" pitchFamily="34" charset="0"/>
                        </a:rPr>
                        <a:t>25.00 ± 0.00</a:t>
                      </a: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0D7E8"/>
                    </a:solidFill>
                  </a:tcPr>
                </a:tc>
                <a:tc>
                  <a:txBody>
                    <a:bodyPr/>
                    <a:lstStyle/>
                    <a:p>
                      <a:pPr algn="ctr" rtl="0" fontAlgn="t">
                        <a:buNone/>
                      </a:pPr>
                      <a:r>
                        <a:rPr lang="es-MX" sz="2400" b="0" i="0" u="none" strike="noStrike">
                          <a:solidFill>
                            <a:srgbClr val="000000"/>
                          </a:solidFill>
                          <a:effectLst/>
                          <a:latin typeface="Arial" panose="020B0604020202020204" pitchFamily="34" charset="0"/>
                        </a:rPr>
                        <a:t>66.67 ± 0.00</a:t>
                      </a: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0D7E8"/>
                    </a:solidFill>
                  </a:tcPr>
                </a:tc>
                <a:extLst>
                  <a:ext uri="{0D108BD9-81ED-4DB2-BD59-A6C34878D82A}">
                    <a16:rowId xmlns:a16="http://schemas.microsoft.com/office/drawing/2014/main" val="1927160091"/>
                  </a:ext>
                </a:extLst>
              </a:tr>
              <a:tr h="574713">
                <a:tc>
                  <a:txBody>
                    <a:bodyPr/>
                    <a:lstStyle/>
                    <a:p>
                      <a:pPr algn="ctr" rtl="0" fontAlgn="t">
                        <a:buNone/>
                      </a:pPr>
                      <a:r>
                        <a:rPr lang="es-MX" sz="2400" b="0" i="0" u="none" strike="noStrike">
                          <a:solidFill>
                            <a:srgbClr val="000000"/>
                          </a:solidFill>
                          <a:effectLst/>
                          <a:latin typeface="Arial" panose="020B0604020202020204" pitchFamily="34" charset="0"/>
                        </a:rPr>
                        <a:t>Cebolla10D</a:t>
                      </a: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rtl="0" fontAlgn="t">
                        <a:buNone/>
                      </a:pPr>
                      <a:r>
                        <a:rPr lang="es-MX" sz="2400" b="0" i="0" u="none" strike="noStrike">
                          <a:solidFill>
                            <a:srgbClr val="000000"/>
                          </a:solidFill>
                          <a:effectLst/>
                          <a:latin typeface="Arial" panose="020B0604020202020204" pitchFamily="34" charset="0"/>
                        </a:rPr>
                        <a:t>10.00 ± 0.00</a:t>
                      </a: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tc>
                  <a:txBody>
                    <a:bodyPr/>
                    <a:lstStyle/>
                    <a:p>
                      <a:pPr algn="ctr" rtl="0" fontAlgn="t">
                        <a:buNone/>
                      </a:pPr>
                      <a:r>
                        <a:rPr lang="es-MX" sz="2400" b="0" i="0" u="none" strike="noStrike" dirty="0">
                          <a:solidFill>
                            <a:srgbClr val="000000"/>
                          </a:solidFill>
                          <a:effectLst/>
                          <a:latin typeface="Arial" panose="020B0604020202020204" pitchFamily="34" charset="0"/>
                        </a:rPr>
                        <a:t>58.64 ± 5.74</a:t>
                      </a: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7E8"/>
                    </a:solidFill>
                  </a:tcPr>
                </a:tc>
                <a:extLst>
                  <a:ext uri="{0D108BD9-81ED-4DB2-BD59-A6C34878D82A}">
                    <a16:rowId xmlns:a16="http://schemas.microsoft.com/office/drawing/2014/main" val="588130406"/>
                  </a:ext>
                </a:extLst>
              </a:tr>
              <a:tr h="561030">
                <a:tc>
                  <a:txBody>
                    <a:bodyPr/>
                    <a:lstStyle/>
                    <a:p>
                      <a:pPr algn="ctr" rtl="0" fontAlgn="t">
                        <a:buNone/>
                      </a:pPr>
                      <a:r>
                        <a:rPr lang="es-MX" sz="2400" b="0" i="0" u="none" strike="noStrike">
                          <a:solidFill>
                            <a:srgbClr val="000000"/>
                          </a:solidFill>
                          <a:effectLst/>
                          <a:latin typeface="Arial" panose="020B0604020202020204" pitchFamily="34" charset="0"/>
                        </a:rPr>
                        <a:t>Ionosphere</a:t>
                      </a: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4"/>
                    </a:solidFill>
                  </a:tcPr>
                </a:tc>
                <a:tc>
                  <a:txBody>
                    <a:bodyPr/>
                    <a:lstStyle/>
                    <a:p>
                      <a:pPr algn="ctr" rtl="0" fontAlgn="t">
                        <a:buNone/>
                      </a:pPr>
                      <a:r>
                        <a:rPr lang="es-MX" sz="2400" b="0" i="0" u="none" strike="noStrike">
                          <a:solidFill>
                            <a:srgbClr val="000000"/>
                          </a:solidFill>
                          <a:effectLst/>
                          <a:latin typeface="Arial" panose="020B0604020202020204" pitchFamily="34" charset="0"/>
                        </a:rPr>
                        <a:t>76.67 ± 3.36</a:t>
                      </a: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4"/>
                    </a:solidFill>
                  </a:tcPr>
                </a:tc>
                <a:tc>
                  <a:txBody>
                    <a:bodyPr/>
                    <a:lstStyle/>
                    <a:p>
                      <a:pPr algn="ctr" rtl="0" fontAlgn="t">
                        <a:buNone/>
                      </a:pPr>
                      <a:r>
                        <a:rPr lang="es-MX" sz="2400" b="0" i="0" u="none" strike="noStrike" dirty="0">
                          <a:solidFill>
                            <a:srgbClr val="000000"/>
                          </a:solidFill>
                          <a:effectLst/>
                          <a:latin typeface="Arial" panose="020B0604020202020204" pitchFamily="34" charset="0"/>
                        </a:rPr>
                        <a:t>48.05 ± 7.57</a:t>
                      </a: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4"/>
                    </a:solidFill>
                  </a:tcPr>
                </a:tc>
                <a:extLst>
                  <a:ext uri="{0D108BD9-81ED-4DB2-BD59-A6C34878D82A}">
                    <a16:rowId xmlns:a16="http://schemas.microsoft.com/office/drawing/2014/main" val="3915308876"/>
                  </a:ext>
                </a:extLst>
              </a:tr>
            </a:tbl>
          </a:graphicData>
        </a:graphic>
      </p:graphicFrame>
      <p:sp>
        <p:nvSpPr>
          <p:cNvPr id="4" name="Marcador de número de diapositiva 3">
            <a:extLst>
              <a:ext uri="{FF2B5EF4-FFF2-40B4-BE49-F238E27FC236}">
                <a16:creationId xmlns:a16="http://schemas.microsoft.com/office/drawing/2014/main" id="{B3024A97-EF99-6993-39FB-4D150F68EB35}"/>
              </a:ext>
            </a:extLst>
          </p:cNvPr>
          <p:cNvSpPr>
            <a:spLocks noGrp="1"/>
          </p:cNvSpPr>
          <p:nvPr>
            <p:ph type="sldNum" sz="quarter" idx="8"/>
          </p:nvPr>
        </p:nvSpPr>
        <p:spPr/>
        <p:txBody>
          <a:bodyPr/>
          <a:lstStyle/>
          <a:p>
            <a:pPr lvl="0"/>
            <a:fld id="{A20C4BF6-2150-487F-8C1E-23E793CAFD15}" type="slidenum">
              <a:rPr lang="es-MX" smtClean="0"/>
              <a:t>26</a:t>
            </a:fld>
            <a:endParaRPr lang="es-MX"/>
          </a:p>
        </p:txBody>
      </p:sp>
    </p:spTree>
    <p:extLst>
      <p:ext uri="{BB962C8B-B14F-4D97-AF65-F5344CB8AC3E}">
        <p14:creationId xmlns:p14="http://schemas.microsoft.com/office/powerpoint/2010/main" val="188007771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2765</TotalTime>
  <Words>1509</Words>
  <Application>Microsoft Office PowerPoint</Application>
  <PresentationFormat>Presentación en pantalla (4:3)</PresentationFormat>
  <Paragraphs>527</Paragraphs>
  <Slides>26</Slides>
  <Notes>16</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26</vt:i4>
      </vt:variant>
    </vt:vector>
  </HeadingPairs>
  <TitlesOfParts>
    <vt:vector size="32" baseType="lpstr">
      <vt:lpstr>Aptos</vt:lpstr>
      <vt:lpstr>Aptos Narrow</vt:lpstr>
      <vt:lpstr>Arial</vt:lpstr>
      <vt:lpstr>Calibri</vt:lpstr>
      <vt:lpstr>Times New Roman</vt:lpstr>
      <vt:lpstr>Tema de Office</vt:lpstr>
      <vt:lpstr>Genetic Non Linear Polynomial Discriminant Analysis GNLPDA</vt:lpstr>
      <vt:lpstr>For this session</vt:lpstr>
      <vt:lpstr>Presentación de PowerPoint</vt:lpstr>
      <vt:lpstr>Basic information</vt:lpstr>
      <vt:lpstr>Expectations</vt:lpstr>
      <vt:lpstr>Workflow</vt:lpstr>
      <vt:lpstr>Proposed algorithm</vt:lpstr>
      <vt:lpstr>Genetic algorithms</vt:lpstr>
      <vt:lpstr>Presentación de PowerPoint</vt:lpstr>
      <vt:lpstr>Calibration frame</vt:lpstr>
      <vt:lpstr>Comparison Chart</vt:lpstr>
      <vt:lpstr>Datasets</vt:lpstr>
      <vt:lpstr>Experimental Design</vt:lpstr>
      <vt:lpstr>Preliminary results</vt:lpstr>
      <vt:lpstr>Preliminary results</vt:lpstr>
      <vt:lpstr>Preliminary results</vt:lpstr>
      <vt:lpstr>Preliminary results</vt:lpstr>
      <vt:lpstr>Preliminary results</vt:lpstr>
      <vt:lpstr>Preliminary results</vt:lpstr>
      <vt:lpstr> Preliminary results</vt:lpstr>
      <vt:lpstr> Preliminary results</vt:lpstr>
      <vt:lpstr> For the next session </vt:lpstr>
      <vt:lpstr>References</vt:lpstr>
      <vt:lpstr>Presentación de PowerPoint</vt:lpstr>
      <vt:lpstr>Presentación de PowerPoint</vt:lpstr>
      <vt:lpstr>Variable reduction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&lt;Thesis title&gt;</dc:title>
  <dc:creator>Universidad Veracruzana Universidad Veracruzana</dc:creator>
  <cp:lastModifiedBy>GARCIA BAEZ ANGEL</cp:lastModifiedBy>
  <cp:revision>202</cp:revision>
  <dcterms:created xsi:type="dcterms:W3CDTF">2020-09-10T18:07:04Z</dcterms:created>
  <dcterms:modified xsi:type="dcterms:W3CDTF">2026-05-22T15:22:36Z</dcterms:modified>
</cp:coreProperties>
</file>